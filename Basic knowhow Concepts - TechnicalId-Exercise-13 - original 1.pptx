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4"/>
  </p:sldMasterIdLst>
  <p:notesMasterIdLst>
    <p:notesMasterId r:id="rId7"/>
  </p:notesMasterIdLst>
  <p:sldIdLst>
    <p:sldId id="269" r:id="rId5"/>
    <p:sldId id="270" r:id="rId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858"/>
    <a:srgbClr val="D2492A"/>
    <a:srgbClr val="F3741D"/>
    <a:srgbClr val="DBDBDB"/>
    <a:srgbClr val="649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7F537-33DF-4B15-8B15-87BAC2A9BDF9}">
  <a:tblStyle styleId="{0AC7F537-33DF-4B15-8B15-87BAC2A9BDF9}" styleName="ELCA">
    <a:wholeTbl>
      <a:tcTxStyle>
        <a:fontRef idx="minor">
          <a:scrgbClr r="88" g="88" b="88"/>
        </a:fontRef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38100" cmpd="sng">
              <a:solidFill>
                <a:schemeClr val="dk2"/>
              </a:solidFill>
            </a:ln>
          </a:bottom>
          <a:insideH>
            <a:ln w="12700" cmpd="sng">
              <a:solidFill>
                <a:schemeClr val="dk2"/>
              </a:solidFill>
            </a:ln>
          </a:insideH>
          <a:insideV>
            <a:ln w="12700" cmpd="sng">
              <a:solidFill>
                <a:schemeClr val="dk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>
        <a:fontRef idx="minor"/>
        <a:schemeClr val="accent6"/>
      </a:tcTxStyle>
      <a:tcStyle>
        <a:tcBdr/>
      </a:tcStyle>
    </a:firstCol>
    <a:lastRow>
      <a:tcTxStyle b="on"/>
      <a:tcStyle>
        <a:tcBdr>
          <a:top>
            <a:ln w="38100" cmpd="sng">
              <a:solidFill>
                <a:schemeClr val="dk2"/>
              </a:solidFill>
            </a:ln>
          </a:top>
        </a:tcBdr>
        <a:fill>
          <a:noFill/>
        </a:fill>
      </a:tcStyle>
    </a:lastRow>
    <a:firstRow>
      <a:tcTxStyle b="on">
        <a:fontRef idx="minor"/>
        <a:schemeClr val="accent6"/>
      </a:tcTxStyle>
      <a:tcStyle>
        <a:tcBdr>
          <a:bottom>
            <a:ln w="38100" cmpd="sng">
              <a:solidFill>
                <a:schemeClr val="dk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88" g="88" b="88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>
        <a:fontRef idx="minor">
          <a:scrgbClr r="0" g="0" b="0"/>
        </a:fontRef>
        <a:schemeClr val="bg1"/>
      </a:tcTxStyle>
      <a:tcStyle>
        <a:tcBdr>
          <a:bottom>
            <a:ln w="508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0" autoAdjust="0"/>
    <p:restoredTop sz="68039" autoAdjust="0"/>
  </p:normalViewPr>
  <p:slideViewPr>
    <p:cSldViewPr>
      <p:cViewPr varScale="1">
        <p:scale>
          <a:sx n="75" d="100"/>
          <a:sy n="75" d="100"/>
        </p:scale>
        <p:origin x="262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499C072-79AC-4234-940F-024C0EF790BA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4CC5EE5-6CCE-4A78-A610-57D38198F20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997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40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0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1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872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798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798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310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6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212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603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00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8" y="1008063"/>
            <a:ext cx="3905250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18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of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rgbClr val="D24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 baseline="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3F5E7A1-823C-4C4F-BA11-C5892201B85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5E5E2-4D77-424F-A441-3F3B196E78D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6232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1999" y="1494000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6689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0B4BFA07-7BF1-4243-B8A1-4A69DA246BE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D9E8B-D38F-4088-ABD0-754C65F4570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152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8000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9" name="Bildplatzhalter 2"/>
          <p:cNvSpPr>
            <a:spLocks noGrp="1"/>
          </p:cNvSpPr>
          <p:nvPr>
            <p:ph type="pic" idx="18"/>
          </p:nvPr>
        </p:nvSpPr>
        <p:spPr>
          <a:xfrm>
            <a:off x="4770000" y="1243211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6192000" y="1171427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3"/>
          <p:cNvSpPr>
            <a:spLocks noGrp="1"/>
          </p:cNvSpPr>
          <p:nvPr>
            <p:ph type="body" sz="quarter" idx="20"/>
          </p:nvPr>
        </p:nvSpPr>
        <p:spPr>
          <a:xfrm>
            <a:off x="619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619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platzhalter 13"/>
          <p:cNvSpPr>
            <a:spLocks noGrp="1"/>
          </p:cNvSpPr>
          <p:nvPr>
            <p:ph type="body" sz="quarter" idx="22"/>
          </p:nvPr>
        </p:nvSpPr>
        <p:spPr>
          <a:xfrm>
            <a:off x="6192000" y="4066689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3"/>
          </p:nvPr>
        </p:nvSpPr>
        <p:spPr>
          <a:xfrm>
            <a:off x="4770000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8FADCAB-A8C4-4F10-B750-EC6463DDAD1D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26" name="Foliennummernplatzhalt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0156C-ACCA-4759-8AAC-0D6BBF80D80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44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tlights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BAF9153-C658-4087-BB39-AF92C011B394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EC06F-AEA3-4BE1-B640-C06D91E456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84488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l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66F4916A-9C8B-43CD-8A28-D46DFA29FC7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0B658-B30B-420C-9C23-2782020F8C1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643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431998" y="1008000"/>
            <a:ext cx="8388473" cy="5256584"/>
          </a:xfrm>
        </p:spPr>
        <p:txBody>
          <a:bodyPr/>
          <a:lstStyle>
            <a:lvl1pPr>
              <a:buFont typeface="Arial" pitchFamily="34" charset="0"/>
              <a:buChar char="■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141EE-5654-495E-8EFD-8948465C248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81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403999"/>
            <a:ext cx="4140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4"/>
          </p:nvPr>
        </p:nvSpPr>
        <p:spPr>
          <a:xfrm>
            <a:off x="4644000" y="1403999"/>
            <a:ext cx="4176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/>
          </p:nvPr>
        </p:nvSpPr>
        <p:spPr>
          <a:xfrm>
            <a:off x="432000" y="1008000"/>
            <a:ext cx="4140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4"/>
          <p:cNvSpPr>
            <a:spLocks noGrp="1"/>
          </p:cNvSpPr>
          <p:nvPr>
            <p:ph type="body" sz="quarter" idx="16"/>
          </p:nvPr>
        </p:nvSpPr>
        <p:spPr>
          <a:xfrm>
            <a:off x="4644000" y="1008000"/>
            <a:ext cx="4176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DE4795F-6FD8-4FC1-AB74-771B0CA2E8EF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2789E-4A5C-44D2-BCE8-BB61B2B4BBB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233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428000" y="1008000"/>
            <a:ext cx="4392472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628650" indent="-324000">
              <a:spcBef>
                <a:spcPts val="900"/>
              </a:spcBef>
              <a:buFont typeface="Wingdings" pitchFamily="2" charset="2"/>
              <a:buChar char="§"/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68313" y="1080000"/>
            <a:ext cx="3815655" cy="5184000"/>
          </a:xfrm>
        </p:spPr>
        <p:txBody>
          <a:bodyPr rtlCol="0">
            <a:noAutofit/>
          </a:bodyPr>
          <a:lstStyle>
            <a:lvl1pPr marL="0" indent="0">
              <a:buFont typeface="Arial" pitchFamily="34" charset="0"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F72A460-683C-4AD7-B9FE-97A789EEEB38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FF3D2-8251-4C80-9E1B-20D9B318050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71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5040472" y="1044000"/>
            <a:ext cx="3780000" cy="5220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50004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3850">
              <a:spcBef>
                <a:spcPts val="900"/>
              </a:spcBef>
              <a:buFont typeface="Wingdings" pitchFamily="2" charset="2"/>
              <a:buChar char="§"/>
              <a:defRPr lang="de-DE" sz="18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3A6E3F9-77E9-4F6D-9423-D847C956EA5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75CF6-1FFE-4134-8001-1115DC43E63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94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abellenplatzhalter 9"/>
          <p:cNvSpPr>
            <a:spLocks noGrp="1"/>
          </p:cNvSpPr>
          <p:nvPr>
            <p:ph type="tbl" sz="quarter" idx="13"/>
          </p:nvPr>
        </p:nvSpPr>
        <p:spPr>
          <a:xfrm>
            <a:off x="432000" y="1008000"/>
            <a:ext cx="8388000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de-DE" noProof="0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7F3C067-BCA7-4852-AD5E-D91C1E3A38C3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AD1CC-C753-41B6-BEE8-7CD75E753C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141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small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39596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4524374" y="1008000"/>
            <a:ext cx="4296098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F5B52285-D626-4DF1-AAE9-538E53FB129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AF7EC-3703-4E28-AF82-571632B099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1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lar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57598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6334124" y="1008000"/>
            <a:ext cx="2486347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78B0E35-FD5D-4B3F-AE18-432A3744BCA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66DF8-F891-4CB0-9B3A-0D9C9A77CEF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238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8" descr="Grafik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263" y="627063"/>
            <a:ext cx="38496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3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Project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6400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35600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4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8"/>
          </p:nvPr>
        </p:nvSpPr>
        <p:spPr>
          <a:xfrm>
            <a:off x="4860000" y="1007999"/>
            <a:ext cx="3960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9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68CE150-9108-454C-8FCC-996EC8B060B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CDBA-B2C8-4CA9-8376-B3D3855FF7A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39657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31825"/>
            <a:ext cx="38481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1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2803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13"/>
          <p:cNvSpPr>
            <a:spLocks noGrp="1"/>
          </p:cNvSpPr>
          <p:nvPr>
            <p:ph type="chart" sz="quarter" idx="13"/>
          </p:nvPr>
        </p:nvSpPr>
        <p:spPr>
          <a:xfrm>
            <a:off x="432000" y="1007999"/>
            <a:ext cx="4176712" cy="5256000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824000" y="1008000"/>
            <a:ext cx="3996000" cy="525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B034A7D-1F92-418F-9991-34F46EF934C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5898-5503-4AF1-8A77-2436AEBEB65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76685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27063"/>
            <a:ext cx="384651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2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3"/>
          </p:nvPr>
        </p:nvSpPr>
        <p:spPr>
          <a:xfrm>
            <a:off x="468312" y="1008000"/>
            <a:ext cx="8388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8A4D8398-9FF6-4BE0-9B90-61D606E5099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7DED-DAD4-4CE1-89FE-1A72D27DD1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22938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Short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630238"/>
            <a:ext cx="3846512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/>
          </p:nvPr>
        </p:nvSpPr>
        <p:spPr>
          <a:xfrm>
            <a:off x="432000" y="1296000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6"/>
          </p:nvPr>
        </p:nvSpPr>
        <p:spPr>
          <a:xfrm>
            <a:off x="432000" y="2817762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7"/>
          </p:nvPr>
        </p:nvSpPr>
        <p:spPr>
          <a:xfrm>
            <a:off x="432000" y="31051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432000" y="461728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9"/>
          </p:nvPr>
        </p:nvSpPr>
        <p:spPr>
          <a:xfrm>
            <a:off x="432000" y="49053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490F6D26-42FE-4D04-9BFE-EFF788FEAB4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2" name="Foliennummernplatzhalter 1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79AD5-E28B-4C61-86B2-1D93D0F6427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9" name="Fußzeilenplatzhalter 2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47424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21"/>
          <p:cNvSpPr txBox="1">
            <a:spLocks noChangeArrowheads="1"/>
          </p:cNvSpPr>
          <p:nvPr userDrawn="1"/>
        </p:nvSpPr>
        <p:spPr bwMode="auto">
          <a:xfrm>
            <a:off x="468313" y="1008063"/>
            <a:ext cx="395287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rgbClr val="EBB700"/>
                </a:solidFill>
              </a:rPr>
              <a:t>S –</a:t>
            </a:r>
          </a:p>
        </p:txBody>
      </p:sp>
      <p:sp>
        <p:nvSpPr>
          <p:cNvPr id="8" name="Textfeld 22"/>
          <p:cNvSpPr txBox="1">
            <a:spLocks noChangeArrowheads="1"/>
          </p:cNvSpPr>
          <p:nvPr userDrawn="1"/>
        </p:nvSpPr>
        <p:spPr bwMode="auto">
          <a:xfrm>
            <a:off x="4760913" y="1008063"/>
            <a:ext cx="468312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accent2"/>
                </a:solidFill>
              </a:rPr>
              <a:t>W –</a:t>
            </a:r>
          </a:p>
        </p:txBody>
      </p:sp>
      <p:sp>
        <p:nvSpPr>
          <p:cNvPr id="9" name="Textfeld 23"/>
          <p:cNvSpPr txBox="1">
            <a:spLocks noChangeArrowheads="1"/>
          </p:cNvSpPr>
          <p:nvPr userDrawn="1"/>
        </p:nvSpPr>
        <p:spPr bwMode="auto">
          <a:xfrm>
            <a:off x="882650" y="1008063"/>
            <a:ext cx="363537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Strength</a:t>
            </a:r>
          </a:p>
        </p:txBody>
      </p:sp>
      <p:sp>
        <p:nvSpPr>
          <p:cNvPr id="10" name="Textfeld 24"/>
          <p:cNvSpPr txBox="1">
            <a:spLocks noChangeArrowheads="1"/>
          </p:cNvSpPr>
          <p:nvPr userDrawn="1"/>
        </p:nvSpPr>
        <p:spPr bwMode="auto">
          <a:xfrm>
            <a:off x="5229225" y="1008063"/>
            <a:ext cx="358140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Weaknesses</a:t>
            </a:r>
          </a:p>
        </p:txBody>
      </p:sp>
      <p:sp>
        <p:nvSpPr>
          <p:cNvPr id="11" name="Textfeld 25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SWOT</a:t>
            </a:r>
          </a:p>
        </p:txBody>
      </p:sp>
      <p:sp>
        <p:nvSpPr>
          <p:cNvPr id="12" name="Textfeld 26"/>
          <p:cNvSpPr txBox="1">
            <a:spLocks noChangeArrowheads="1"/>
          </p:cNvSpPr>
          <p:nvPr userDrawn="1"/>
        </p:nvSpPr>
        <p:spPr bwMode="auto">
          <a:xfrm>
            <a:off x="468313" y="3743325"/>
            <a:ext cx="35877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427730"/>
                </a:solidFill>
              </a:rPr>
              <a:t>O –</a:t>
            </a:r>
          </a:p>
        </p:txBody>
      </p:sp>
      <p:sp>
        <p:nvSpPr>
          <p:cNvPr id="13" name="Textfeld 30"/>
          <p:cNvSpPr txBox="1">
            <a:spLocks noChangeArrowheads="1"/>
          </p:cNvSpPr>
          <p:nvPr userDrawn="1"/>
        </p:nvSpPr>
        <p:spPr bwMode="auto">
          <a:xfrm>
            <a:off x="846138" y="3743325"/>
            <a:ext cx="3636962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Opportunities</a:t>
            </a:r>
            <a:endParaRPr lang="de-DE" altLang="en-US" sz="1600"/>
          </a:p>
        </p:txBody>
      </p:sp>
      <p:sp>
        <p:nvSpPr>
          <p:cNvPr id="14" name="Textfeld 31"/>
          <p:cNvSpPr txBox="1">
            <a:spLocks noChangeArrowheads="1"/>
          </p:cNvSpPr>
          <p:nvPr userDrawn="1"/>
        </p:nvSpPr>
        <p:spPr bwMode="auto">
          <a:xfrm>
            <a:off x="4759325" y="3743325"/>
            <a:ext cx="3238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AA9C8F"/>
                </a:solidFill>
              </a:rPr>
              <a:t>T –</a:t>
            </a:r>
          </a:p>
        </p:txBody>
      </p:sp>
      <p:sp>
        <p:nvSpPr>
          <p:cNvPr id="15" name="Textfeld 32"/>
          <p:cNvSpPr txBox="1">
            <a:spLocks noChangeArrowheads="1"/>
          </p:cNvSpPr>
          <p:nvPr userDrawn="1"/>
        </p:nvSpPr>
        <p:spPr bwMode="auto">
          <a:xfrm>
            <a:off x="5102225" y="3743325"/>
            <a:ext cx="370840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Threats</a:t>
            </a:r>
            <a:endParaRPr lang="de-DE" altLang="en-US" sz="1600"/>
          </a:p>
        </p:txBody>
      </p:sp>
      <p:sp>
        <p:nvSpPr>
          <p:cNvPr id="6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1"/>
          </p:nvPr>
        </p:nvSpPr>
        <p:spPr>
          <a:xfrm>
            <a:off x="468000" y="1332000"/>
            <a:ext cx="4050000" cy="21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4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4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7"/>
          <p:cNvSpPr>
            <a:spLocks noGrp="1"/>
          </p:cNvSpPr>
          <p:nvPr>
            <p:ph type="body" sz="quarter" idx="22"/>
          </p:nvPr>
        </p:nvSpPr>
        <p:spPr>
          <a:xfrm>
            <a:off x="4759905" y="1332000"/>
            <a:ext cx="4050000" cy="21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2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2"/>
              </a:buClr>
              <a:buSzPct val="90000"/>
              <a:defRPr lang="de-DE" sz="14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17"/>
          <p:cNvSpPr>
            <a:spLocks noGrp="1"/>
          </p:cNvSpPr>
          <p:nvPr>
            <p:ph type="body" sz="quarter" idx="23"/>
          </p:nvPr>
        </p:nvSpPr>
        <p:spPr>
          <a:xfrm>
            <a:off x="468000" y="4068000"/>
            <a:ext cx="4050000" cy="21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3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3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7"/>
          <p:cNvSpPr>
            <a:spLocks noGrp="1"/>
          </p:cNvSpPr>
          <p:nvPr>
            <p:ph type="body" sz="quarter" idx="24"/>
          </p:nvPr>
        </p:nvSpPr>
        <p:spPr>
          <a:xfrm>
            <a:off x="4760947" y="4068000"/>
            <a:ext cx="4050000" cy="21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5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5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umsplatzhalter 27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10D0DD1-65CA-4996-88D2-04EF7227227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7" name="Foliennummernplatzhalter 28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412C8-8273-4B47-B3D3-8393DE63CE7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2" name="Fußzeilenplatzhalter 29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22710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11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26924BA-A1F1-4574-A13E-3B867E5249D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2EE2D-765A-4D76-9C3A-55DBB39CCF5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6702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1115616" y="1296000"/>
            <a:ext cx="7272808" cy="4392488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1500"/>
              </a:spcBef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CF4DD9A-D5E8-498D-BFF9-4B0593E30CA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43F13-4AC5-4CC1-9EA5-6D31AA3B39B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4129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13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1"/>
          <p:cNvSpPr txBox="1"/>
          <p:nvPr userDrawn="1"/>
        </p:nvSpPr>
        <p:spPr>
          <a:xfrm>
            <a:off x="1692275" y="4941888"/>
            <a:ext cx="5472113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www.elca.vn</a:t>
            </a:r>
          </a:p>
        </p:txBody>
      </p:sp>
      <p:sp>
        <p:nvSpPr>
          <p:cNvPr id="15" name="Textfeld 20"/>
          <p:cNvSpPr txBox="1">
            <a:spLocks noChangeArrowheads="1"/>
          </p:cNvSpPr>
          <p:nvPr userDrawn="1"/>
        </p:nvSpPr>
        <p:spPr bwMode="auto">
          <a:xfrm>
            <a:off x="1682750" y="3141663"/>
            <a:ext cx="3851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200" b="1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16" name="Textfeld 22"/>
          <p:cNvSpPr txBox="1">
            <a:spLocks noChangeArrowheads="1"/>
          </p:cNvSpPr>
          <p:nvPr userDrawn="1"/>
        </p:nvSpPr>
        <p:spPr bwMode="auto">
          <a:xfrm>
            <a:off x="1644650" y="1600200"/>
            <a:ext cx="37433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2400" b="1">
                <a:solidFill>
                  <a:schemeClr val="bg1"/>
                </a:solidFill>
              </a:rPr>
              <a:t>Thank you</a:t>
            </a:r>
            <a:r>
              <a:rPr lang="de-DE" altLang="en-US" sz="2400" b="1">
                <a:solidFill>
                  <a:schemeClr val="bg1"/>
                </a:solidFill>
                <a:latin typeface="ArialMT"/>
              </a:rPr>
              <a:t>.</a:t>
            </a:r>
            <a:endParaRPr lang="de-DE" altLang="en-US"/>
          </a:p>
          <a:p>
            <a:endParaRPr lang="de-DE" altLang="en-US"/>
          </a:p>
        </p:txBody>
      </p:sp>
      <p:sp>
        <p:nvSpPr>
          <p:cNvPr id="18" name="Textfeld 13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1682155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idx="19"/>
          </p:nvPr>
        </p:nvSpPr>
        <p:spPr>
          <a:xfrm>
            <a:off x="1681200" y="3609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idx="20"/>
          </p:nvPr>
        </p:nvSpPr>
        <p:spPr>
          <a:xfrm>
            <a:off x="1681200" y="3861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idx="21"/>
          </p:nvPr>
        </p:nvSpPr>
        <p:spPr>
          <a:xfrm>
            <a:off x="1682155" y="4113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idx="22"/>
          </p:nvPr>
        </p:nvSpPr>
        <p:spPr>
          <a:xfrm>
            <a:off x="1682155" y="4365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platzhalter 2"/>
          <p:cNvSpPr>
            <a:spLocks noGrp="1"/>
          </p:cNvSpPr>
          <p:nvPr>
            <p:ph type="body" idx="23"/>
          </p:nvPr>
        </p:nvSpPr>
        <p:spPr>
          <a:xfrm>
            <a:off x="3851920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platzhalter 2"/>
          <p:cNvSpPr>
            <a:spLocks noGrp="1"/>
          </p:cNvSpPr>
          <p:nvPr>
            <p:ph type="body" idx="24"/>
          </p:nvPr>
        </p:nvSpPr>
        <p:spPr>
          <a:xfrm>
            <a:off x="3852000" y="3610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25"/>
          </p:nvPr>
        </p:nvSpPr>
        <p:spPr>
          <a:xfrm>
            <a:off x="3850965" y="3862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platzhalter 2"/>
          <p:cNvSpPr>
            <a:spLocks noGrp="1"/>
          </p:cNvSpPr>
          <p:nvPr>
            <p:ph type="body" idx="26"/>
          </p:nvPr>
        </p:nvSpPr>
        <p:spPr>
          <a:xfrm>
            <a:off x="3851920" y="4114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platzhalter 2"/>
          <p:cNvSpPr>
            <a:spLocks noGrp="1"/>
          </p:cNvSpPr>
          <p:nvPr>
            <p:ph type="body" idx="27"/>
          </p:nvPr>
        </p:nvSpPr>
        <p:spPr>
          <a:xfrm>
            <a:off x="3851920" y="4366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umsplatzhalter 15"/>
          <p:cNvSpPr>
            <a:spLocks noGrp="1"/>
          </p:cNvSpPr>
          <p:nvPr>
            <p:ph type="dt" sz="half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DD9F638-509D-414B-9265-241F282D869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1" name="Foliennummernplatzhalter 1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7A84-BFB2-410E-8051-39FFC4C5231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3" name="Fußzeilenplatzhalter 19"/>
          <p:cNvSpPr>
            <a:spLocks noGrp="1"/>
          </p:cNvSpPr>
          <p:nvPr>
            <p:ph type="ftr" sz="quarter" idx="30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210726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4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10"/>
          <p:cNvSpPr txBox="1"/>
          <p:nvPr userDrawn="1"/>
        </p:nvSpPr>
        <p:spPr>
          <a:xfrm>
            <a:off x="1682750" y="2555875"/>
            <a:ext cx="1366838" cy="1771650"/>
          </a:xfrm>
          <a:prstGeom prst="rect">
            <a:avLst/>
          </a:prstGeom>
        </p:spPr>
        <p:txBody>
          <a:bodyPr lIns="36000" tIns="126000" rIns="36000" bIns="36000"/>
          <a:lstStyle/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Signature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Version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Project No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Imputations-Nr.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 dirty="0">
                <a:solidFill>
                  <a:schemeClr val="bg1"/>
                </a:solidFill>
                <a:latin typeface="+mn-lt"/>
              </a:rPr>
              <a:t>History</a:t>
            </a:r>
          </a:p>
        </p:txBody>
      </p:sp>
      <p:sp>
        <p:nvSpPr>
          <p:cNvPr id="6" name="Textfeld 11"/>
          <p:cNvSpPr txBox="1"/>
          <p:nvPr userDrawn="1"/>
        </p:nvSpPr>
        <p:spPr>
          <a:xfrm>
            <a:off x="1692275" y="4941888"/>
            <a:ext cx="5400675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>
                <a:solidFill>
                  <a:schemeClr val="bg1"/>
                </a:solidFill>
                <a:latin typeface="+mn-lt"/>
              </a:rPr>
              <a:t>www.elca.vn</a:t>
            </a:r>
            <a:endParaRPr lang="de-DE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feld 20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idx="15"/>
          </p:nvPr>
        </p:nvSpPr>
        <p:spPr>
          <a:xfrm>
            <a:off x="3059832" y="2556000"/>
            <a:ext cx="5184576" cy="187220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800"/>
              </a:spcBef>
              <a:buClr>
                <a:schemeClr val="bg1"/>
              </a:buClr>
              <a:buFont typeface="+mj-lt"/>
              <a:buNone/>
              <a:defRPr sz="18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Datumsplatzhalter 16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F23BDEF-CABC-4C73-8EEF-58D7405076D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9" name="Foliennummernplatzhalter 1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54D12-B114-4037-A8D0-68932ED08B1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Fußzeilenplatzhalter 19"/>
          <p:cNvSpPr>
            <a:spLocks noGrp="1"/>
          </p:cNvSpPr>
          <p:nvPr>
            <p:ph type="ftr" sz="quarter" idx="18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6962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42225" y="6480175"/>
            <a:ext cx="935038" cy="215900"/>
          </a:xfrm>
          <a:prstGeom prst="rect">
            <a:avLst/>
          </a:prstGeom>
        </p:spPr>
        <p:txBody>
          <a:bodyPr vert="horz" wrap="none" lIns="0" tIns="36000" rIns="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tabLst>
                <a:tab pos="468000" algn="ctr"/>
                <a:tab pos="936000" algn="r"/>
              </a:tabLs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| 	</a:t>
            </a:r>
            <a:fld id="{EF0BF269-5C50-41C3-9A2E-D8BD31BE4EE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31800" y="269875"/>
            <a:ext cx="8388350" cy="323850"/>
          </a:xfrm>
          <a:prstGeom prst="rect">
            <a:avLst/>
          </a:prstGeom>
        </p:spPr>
        <p:txBody>
          <a:bodyPr vert="horz" wrap="none" lIns="36000" tIns="0" rIns="36000" bIns="0" rtlCol="0" anchor="ctr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546600" y="6480175"/>
            <a:ext cx="3059113" cy="215900"/>
          </a:xfrm>
          <a:prstGeom prst="rect">
            <a:avLst/>
          </a:prstGeom>
        </p:spPr>
        <p:txBody>
          <a:bodyPr vert="horz" wrap="none" lIns="36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77263" y="6480175"/>
            <a:ext cx="252412" cy="215900"/>
          </a:xfrm>
          <a:prstGeom prst="rect">
            <a:avLst/>
          </a:prstGeom>
        </p:spPr>
        <p:txBody>
          <a:bodyPr vert="horz" wrap="none" lIns="36000" tIns="36000" rIns="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009B1A-6AA6-4180-86C2-8005F7E1DD4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cxnSp>
        <p:nvCxnSpPr>
          <p:cNvPr id="12" name="Gerade Verbindung 11"/>
          <p:cNvCxnSpPr/>
          <p:nvPr/>
        </p:nvCxnSpPr>
        <p:spPr>
          <a:xfrm>
            <a:off x="449263" y="185738"/>
            <a:ext cx="822642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449263" y="185738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>
            <a:off x="450850" y="6372225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platzhalter 14"/>
          <p:cNvSpPr>
            <a:spLocks noGrp="1"/>
          </p:cNvSpPr>
          <p:nvPr>
            <p:ph type="body" idx="1"/>
          </p:nvPr>
        </p:nvSpPr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Textmasterformate durch Klicken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pic>
        <p:nvPicPr>
          <p:cNvPr id="1034" name="Grafik 10" descr="ELCA_C2_rgb_positive_72dpi.png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32" b="-4584"/>
          <a:stretch>
            <a:fillRect/>
          </a:stretch>
        </p:blipFill>
        <p:spPr bwMode="auto">
          <a:xfrm>
            <a:off x="457200" y="6453188"/>
            <a:ext cx="9461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11" r:id="rId8"/>
    <p:sldLayoutId id="2147483712" r:id="rId9"/>
    <p:sldLayoutId id="2147483727" r:id="rId10"/>
    <p:sldLayoutId id="2147483728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b="1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9pPr>
    </p:titleStyle>
    <p:bodyStyle>
      <a:lvl1pPr marL="323850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■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1pPr>
      <a:lvl2pPr marL="719138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Wingdings" pitchFamily="2" charset="2"/>
        <a:buChar char="§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2pPr>
      <a:lvl3pPr marL="1044575" indent="-34290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Symbol" pitchFamily="18" charset="2"/>
        <a:buChar char="-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3pPr>
      <a:lvl4pPr marL="1435100" indent="-323850" algn="l" defTabSz="895350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 Unicode MS" pitchFamily="34" charset="-128"/>
        <a:buChar char="➔"/>
        <a:defRPr lang="de-DE" kern="1200">
          <a:solidFill>
            <a:srgbClr val="585858"/>
          </a:solidFill>
          <a:latin typeface="+mn-lt"/>
          <a:ea typeface="+mn-ea"/>
          <a:cs typeface="Arial" pitchFamily="34" charset="0"/>
        </a:defRPr>
      </a:lvl4pPr>
      <a:lvl5pPr marL="1787525" indent="-323850" algn="l" rtl="0" eaLnBrk="1" fontAlgn="base" hangingPunct="1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»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id - Exercise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Why do we prefer surrogate key (aka technical ID) over natural key when there is a need to give data an identifier?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Write algorithm to insert a row in Oracle, using sequence number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Write algorithm to insert a row in MS SQL Server, using identity column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schemeClr val="tx1"/>
                </a:solidFill>
              </a:rPr>
              <a:t>Write algorithm to insert a row in an arbitrary DBMS, using ID table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© ELCA VN 2017 v1.3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878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id - Exercise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AutoNum type="arabicPeriod" startAt="5"/>
            </a:pPr>
            <a:r>
              <a:rPr lang="en-US" altLang="en-US" sz="2200" dirty="0">
                <a:solidFill>
                  <a:schemeClr val="tx1"/>
                </a:solidFill>
                <a:ea typeface="ＭＳ Ｐゴシック" pitchFamily="34" charset="-128"/>
              </a:rPr>
              <a:t>For the questions in 2, 3 and 4: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ea typeface="ＭＳ Ｐゴシック" pitchFamily="34" charset="-128"/>
              </a:rPr>
              <a:t>Is it a problem to have “holes” (or “gaps”) in the data’s identifier?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  <a:ea typeface="ＭＳ Ｐゴシック" pitchFamily="34" charset="-128"/>
              </a:rPr>
              <a:t>Is it possible to rollback an allocated ID in case of business failure?</a:t>
            </a:r>
          </a:p>
          <a:p>
            <a:pPr marL="0" indent="0">
              <a:buNone/>
            </a:pPr>
            <a:r>
              <a:rPr lang="en-US" altLang="en-US" sz="2200">
                <a:solidFill>
                  <a:schemeClr val="tx1"/>
                </a:solidFill>
                <a:ea typeface="ＭＳ Ｐゴシック" pitchFamily="34" charset="-128"/>
              </a:rPr>
              <a:t>	</a:t>
            </a:r>
          </a:p>
          <a:p>
            <a:pPr marL="0" indent="0">
              <a:buNone/>
            </a:pPr>
            <a:endParaRPr lang="en-US" altLang="en-US" sz="2200">
              <a:solidFill>
                <a:schemeClr val="tx1"/>
              </a:solidFill>
              <a:ea typeface="ＭＳ Ｐゴシック" pitchFamily="34" charset="-128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altLang="en-US" sz="2200">
                <a:solidFill>
                  <a:schemeClr val="tx1"/>
                </a:solidFill>
                <a:ea typeface="ＭＳ Ｐゴシック" pitchFamily="34" charset="-128"/>
              </a:rPr>
              <a:t>At </a:t>
            </a:r>
            <a:r>
              <a:rPr lang="en-US" altLang="en-US" sz="2200" dirty="0">
                <a:solidFill>
                  <a:schemeClr val="tx1"/>
                </a:solidFill>
                <a:ea typeface="ＭＳ Ｐゴシック" pitchFamily="34" charset="-128"/>
              </a:rPr>
              <a:t>minimum, how many database transactions need to be opened to achieve the true “</a:t>
            </a:r>
            <a:r>
              <a:rPr lang="en-US" altLang="en-US" sz="2200">
                <a:solidFill>
                  <a:schemeClr val="tx1"/>
                </a:solidFill>
                <a:ea typeface="ＭＳ Ｐゴシック" pitchFamily="34" charset="-128"/>
              </a:rPr>
              <a:t>identifier”?</a:t>
            </a:r>
            <a:endParaRPr lang="en-US" altLang="en-US" sz="2200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© ELCA VN 2017 v1.3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37489"/>
      </p:ext>
    </p:extLst>
  </p:cSld>
  <p:clrMapOvr>
    <a:masterClrMapping/>
  </p:clrMapOvr>
</p:sld>
</file>

<file path=ppt/theme/theme1.xml><?xml version="1.0" encoding="utf-8"?>
<a:theme xmlns:a="http://schemas.openxmlformats.org/drawingml/2006/main" name="S95-PresentationTemplate-2.2">
  <a:themeElements>
    <a:clrScheme name="ELCA">
      <a:dk1>
        <a:sysClr val="windowText" lastClr="000000"/>
      </a:dk1>
      <a:lt1>
        <a:sysClr val="window" lastClr="FFFFFF"/>
      </a:lt1>
      <a:dk2>
        <a:srgbClr val="595959"/>
      </a:dk2>
      <a:lt2>
        <a:srgbClr val="EEECE1"/>
      </a:lt2>
      <a:accent1>
        <a:srgbClr val="739ABC"/>
      </a:accent1>
      <a:accent2>
        <a:srgbClr val="80379B"/>
      </a:accent2>
      <a:accent3>
        <a:srgbClr val="427730"/>
      </a:accent3>
      <a:accent4>
        <a:srgbClr val="EBB700"/>
      </a:accent4>
      <a:accent5>
        <a:srgbClr val="AA9C8F"/>
      </a:accent5>
      <a:accent6>
        <a:srgbClr val="D2492A"/>
      </a:accent6>
      <a:hlink>
        <a:srgbClr val="0000FF"/>
      </a:hlink>
      <a:folHlink>
        <a:srgbClr val="800080"/>
      </a:folHlink>
    </a:clrScheme>
    <a:fontScheme name="ELC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36000" rIns="36000" bIns="36000" rtlCol="0" anchor="ctr" anchorCtr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  <IntranetTrainingCourseDocumentMaterialTypeField xmlns="http://schemas.microsoft.com/sharepoint/v3/fields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31DFAF2C9D3947857DF4FCDDBA7015" ma:contentTypeVersion="3" ma:contentTypeDescription="Create a new document." ma:contentTypeScope="" ma:versionID="1f5b639a25adbdfc3c03a69e5e9536da">
  <xsd:schema xmlns:xsd="http://www.w3.org/2001/XMLSchema" xmlns:p="http://schemas.microsoft.com/office/2006/metadata/properties" xmlns:ns1="http://schemas.microsoft.com/sharepoint/v3" xmlns:ns2="http://schemas.microsoft.com/sharepoint/v3/fields" targetNamespace="http://schemas.microsoft.com/office/2006/metadata/properties" ma:root="true" ma:fieldsID="f601063f84d356abb8e82faf587daa44" ns1:_="" ns2:_="">
    <xsd:import namespace="http://schemas.microsoft.com/sharepoint/v3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ntranetTrainingCourseDocumentMaterialTypeField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dms="http://schemas.microsoft.com/office/2006/documentManagement/types" targetNamespace="http://schemas.microsoft.com/sharepoint/v3/fields" elementFormDefault="qualified">
    <xsd:import namespace="http://schemas.microsoft.com/office/2006/documentManagement/types"/>
    <xsd:element name="IntranetTrainingCourseDocumentMaterialTypeField" ma:index="10" nillable="true" ma:displayName="Material Type" ma:internalName="IntranetTrainingCourseDocumentMaterialTypeField">
      <xsd:simpleType>
        <xsd:restriction base="dms:Choice">
          <xsd:enumeration value="&#10;            Exercise"/>
          <xsd:enumeration value="&#10;            Master copy"/>
          <xsd:enumeration value="&#10;            PC practice"/>
          <xsd:enumeration value="&#10;            PC Solution"/>
          <xsd:enumeration value="&#10;            Slides"/>
          <xsd:enumeration value="&#10;            Solutions"/>
          <xsd:enumeration value="&#10;            Student copy"/>
          <xsd:enumeration value="&#10;            Othe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609F6D5F-83ED-43ED-AD55-508AEDD6442F}">
  <ds:schemaRefs>
    <ds:schemaRef ds:uri="http://schemas.microsoft.com/office/2006/metadata/properties"/>
    <ds:schemaRef ds:uri="http://schemas.microsoft.com/sharepoint/v3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0645AF7B-68B6-4FEE-BEDA-E8AD5F6F9A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65C756-7F41-4EAF-B4F4-7724E24E2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3/field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160</Words>
  <Application>Microsoft Office PowerPoint</Application>
  <PresentationFormat>On-screen Show (4:3)</PresentationFormat>
  <Paragraphs>21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S95-PresentationTemplate-2.2</vt:lpstr>
      <vt:lpstr>Technical id - Exercise</vt:lpstr>
      <vt:lpstr>Technical id - Exercise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Quoc Thi</dc:creator>
  <cp:lastModifiedBy>Minh LAC TUAN</cp:lastModifiedBy>
  <cp:revision>23</cp:revision>
  <dcterms:created xsi:type="dcterms:W3CDTF">2014-10-14T04:25:30Z</dcterms:created>
  <dcterms:modified xsi:type="dcterms:W3CDTF">2026-09-04T02:27:39Z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0x0101003731DFAF2C9D3947857DF4FCDDBA7015</vt:lpwstr>
  </property>
  <property fmtid="{D5CDD505-2E9C-101B-9397-08002B2CF9AE}" pid="3" name="DocID">
    <vt:lpwstr>S95</vt:lpwstr>
  </property>
  <property fmtid="{D5CDD505-2E9C-101B-9397-08002B2CF9AE}" pid="4" name="FormVersion">
    <vt:lpwstr>2.2</vt:lpwstr>
  </property>
  <property fmtid="{D5CDD505-2E9C-101B-9397-08002B2CF9AE}" pid="5" name="ArchivedBy">
    <vt:lpwstr/>
  </property>
  <property fmtid="{D5CDD505-2E9C-101B-9397-08002B2CF9AE}" pid="6" name="ArchiveFlag">
    <vt:lpwstr>false</vt:lpwstr>
  </property>
  <property fmtid="{D5CDD505-2E9C-101B-9397-08002B2CF9AE}" pid="7" name="LifeCycle">
    <vt:lpwstr>AgileITV Model</vt:lpwstr>
  </property>
  <property fmtid="{D5CDD505-2E9C-101B-9397-08002B2CF9AE}" pid="8" name="Category">
    <vt:lpwstr>Document management</vt:lpwstr>
  </property>
</Properties>
</file>