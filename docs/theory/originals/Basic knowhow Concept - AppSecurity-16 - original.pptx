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4"/>
  </p:sldMasterIdLst>
  <p:notesMasterIdLst>
    <p:notesMasterId r:id="rId21"/>
  </p:notesMasterIdLst>
  <p:sldIdLst>
    <p:sldId id="275" r:id="rId5"/>
    <p:sldId id="273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492A"/>
    <a:srgbClr val="585858"/>
    <a:srgbClr val="F3741D"/>
    <a:srgbClr val="DBDBDB"/>
    <a:srgbClr val="649D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C7F537-33DF-4B15-8B15-87BAC2A9BDF9}">
  <a:tblStyle styleId="{0AC7F537-33DF-4B15-8B15-87BAC2A9BDF9}" styleName="ELCA">
    <a:wholeTbl>
      <a:tcTxStyle>
        <a:fontRef idx="minor">
          <a:scrgbClr r="88" g="88" b="88"/>
        </a:fontRef>
        <a:schemeClr val="dk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38100" cmpd="sng">
              <a:solidFill>
                <a:schemeClr val="dk2"/>
              </a:solidFill>
            </a:ln>
          </a:bottom>
          <a:insideH>
            <a:ln w="12700" cmpd="sng">
              <a:solidFill>
                <a:schemeClr val="dk2"/>
              </a:solidFill>
            </a:ln>
          </a:insideH>
          <a:insideV>
            <a:ln w="12700" cmpd="sng">
              <a:solidFill>
                <a:schemeClr val="dk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>
        <a:fontRef idx="minor"/>
        <a:schemeClr val="accent6"/>
      </a:tcTxStyle>
      <a:tcStyle>
        <a:tcBdr/>
      </a:tcStyle>
    </a:firstCol>
    <a:lastRow>
      <a:tcTxStyle b="on"/>
      <a:tcStyle>
        <a:tcBdr>
          <a:top>
            <a:ln w="38100" cmpd="sng">
              <a:solidFill>
                <a:schemeClr val="dk2"/>
              </a:solidFill>
            </a:ln>
          </a:top>
        </a:tcBdr>
        <a:fill>
          <a:noFill/>
        </a:fill>
      </a:tcStyle>
    </a:lastRow>
    <a:firstRow>
      <a:tcTxStyle b="on">
        <a:fontRef idx="minor"/>
        <a:schemeClr val="accent6"/>
      </a:tcTxStyle>
      <a:tcStyle>
        <a:tcBdr>
          <a:bottom>
            <a:ln w="38100" cmpd="sng">
              <a:solidFill>
                <a:schemeClr val="dk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88" g="88" b="88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>
        <a:fontRef idx="minor">
          <a:scrgbClr r="0" g="0" b="0"/>
        </a:fontRef>
        <a:schemeClr val="bg1"/>
      </a:tcTxStyle>
      <a:tcStyle>
        <a:tcBdr>
          <a:bottom>
            <a:ln w="508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38B1855-1B75-4FBE-930C-398BA8C253C6}" styleName="Designformatvorlage 2 - Akz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Keine Formatvorlage, kein Gitternetz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80729" autoAdjust="0"/>
  </p:normalViewPr>
  <p:slideViewPr>
    <p:cSldViewPr>
      <p:cViewPr varScale="1">
        <p:scale>
          <a:sx n="89" d="100"/>
          <a:sy n="89" d="100"/>
        </p:scale>
        <p:origin x="184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8499C072-79AC-4234-940F-024C0EF790BA}" type="datetimeFigureOut">
              <a:rPr lang="de-DE"/>
              <a:pPr>
                <a:defRPr/>
              </a:pPr>
              <a:t>03.09.2026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74CC5EE5-6CCE-4A78-A610-57D38198F20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99975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CC5EE5-6CCE-4A78-A610-57D38198F20A}" type="slidenum">
              <a:rPr lang="de-DE" smtClean="0"/>
              <a:pPr>
                <a:defRPr/>
              </a:pPr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4765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CC5EE5-6CCE-4A78-A610-57D38198F20A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9793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Skip the slide if necessary.  Nowadays This solution is rarely used.  </a:t>
            </a:r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CC5EE5-6CCE-4A78-A610-57D38198F20A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2837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CC5EE5-6CCE-4A78-A610-57D38198F20A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2675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CC5EE5-6CCE-4A78-A610-57D38198F20A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9969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CC5EE5-6CCE-4A78-A610-57D38198F20A}" type="slidenum">
              <a:rPr lang="de-DE" smtClean="0"/>
              <a:pPr>
                <a:defRPr/>
              </a:pPr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9307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layou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0" descr="Titelse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eck 8"/>
          <p:cNvSpPr/>
          <p:nvPr userDrawn="1"/>
        </p:nvSpPr>
        <p:spPr>
          <a:xfrm>
            <a:off x="395288" y="115888"/>
            <a:ext cx="8459787" cy="144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grpSp>
        <p:nvGrpSpPr>
          <p:cNvPr id="9" name="Gruppieren 9"/>
          <p:cNvGrpSpPr>
            <a:grpSpLocks/>
          </p:cNvGrpSpPr>
          <p:nvPr userDrawn="1"/>
        </p:nvGrpSpPr>
        <p:grpSpPr bwMode="auto">
          <a:xfrm>
            <a:off x="395288" y="6165850"/>
            <a:ext cx="1655762" cy="431800"/>
            <a:chOff x="395536" y="6165304"/>
            <a:chExt cx="1656184" cy="432048"/>
          </a:xfrm>
        </p:grpSpPr>
        <p:sp>
          <p:nvSpPr>
            <p:cNvPr id="10" name="Rechteck 11"/>
            <p:cNvSpPr/>
            <p:nvPr userDrawn="1"/>
          </p:nvSpPr>
          <p:spPr>
            <a:xfrm>
              <a:off x="395536" y="6165304"/>
              <a:ext cx="1656184" cy="432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pic>
          <p:nvPicPr>
            <p:cNvPr id="11" name="Grafik 14" descr="ELCA_C2_rgb_positive_72dpi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333" b="-4967"/>
            <a:stretch>
              <a:fillRect/>
            </a:stretch>
          </p:blipFill>
          <p:spPr bwMode="auto">
            <a:xfrm>
              <a:off x="458019" y="6233430"/>
              <a:ext cx="1584176" cy="363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" name="Bildplatzhalter 30"/>
          <p:cNvSpPr>
            <a:spLocks noGrp="1"/>
          </p:cNvSpPr>
          <p:nvPr>
            <p:ph type="pic" sz="quarter" idx="13"/>
          </p:nvPr>
        </p:nvSpPr>
        <p:spPr>
          <a:xfrm>
            <a:off x="7902000" y="6156000"/>
            <a:ext cx="792088" cy="6480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4" name="Titel 13"/>
          <p:cNvSpPr>
            <a:spLocks noGrp="1"/>
          </p:cNvSpPr>
          <p:nvPr>
            <p:ph type="title"/>
          </p:nvPr>
        </p:nvSpPr>
        <p:spPr>
          <a:xfrm>
            <a:off x="755576" y="3554432"/>
            <a:ext cx="7848872" cy="369332"/>
          </a:xfrm>
        </p:spPr>
        <p:txBody>
          <a:bodyPr wrap="square" anchor="b">
            <a:spAutoFit/>
          </a:bodyPr>
          <a:lstStyle>
            <a:lvl1pPr>
              <a:defRPr sz="2400" cap="none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4"/>
          </p:nvPr>
        </p:nvSpPr>
        <p:spPr>
          <a:xfrm>
            <a:off x="755650" y="3923764"/>
            <a:ext cx="7848798" cy="369332"/>
          </a:xfrm>
          <a:prstGeom prst="rect">
            <a:avLst/>
          </a:prstGeom>
        </p:spPr>
        <p:txBody>
          <a:bodyPr tIns="0" bIns="0">
            <a:sp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755650" y="4500332"/>
            <a:ext cx="7848798" cy="612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800"/>
              </a:spcBef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6"/>
          </p:nvPr>
        </p:nvSpPr>
        <p:spPr>
          <a:xfrm>
            <a:off x="755650" y="5364000"/>
            <a:ext cx="3600450" cy="252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sz="9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3102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layou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1" descr="Titelse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eck 8"/>
          <p:cNvSpPr/>
          <p:nvPr userDrawn="1"/>
        </p:nvSpPr>
        <p:spPr>
          <a:xfrm>
            <a:off x="395288" y="115888"/>
            <a:ext cx="8459787" cy="144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grpSp>
        <p:nvGrpSpPr>
          <p:cNvPr id="9" name="Gruppieren 9"/>
          <p:cNvGrpSpPr>
            <a:grpSpLocks/>
          </p:cNvGrpSpPr>
          <p:nvPr userDrawn="1"/>
        </p:nvGrpSpPr>
        <p:grpSpPr bwMode="auto">
          <a:xfrm>
            <a:off x="395288" y="6165850"/>
            <a:ext cx="1655762" cy="431800"/>
            <a:chOff x="395536" y="6165304"/>
            <a:chExt cx="1656184" cy="432048"/>
          </a:xfrm>
        </p:grpSpPr>
        <p:sp>
          <p:nvSpPr>
            <p:cNvPr id="10" name="Rechteck 10"/>
            <p:cNvSpPr/>
            <p:nvPr userDrawn="1"/>
          </p:nvSpPr>
          <p:spPr>
            <a:xfrm>
              <a:off x="395536" y="6165304"/>
              <a:ext cx="1656184" cy="432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pic>
          <p:nvPicPr>
            <p:cNvPr id="11" name="Grafik 14" descr="ELCA_C2_rgb_positive_72dpi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333" b="-4967"/>
            <a:stretch>
              <a:fillRect/>
            </a:stretch>
          </p:blipFill>
          <p:spPr bwMode="auto">
            <a:xfrm>
              <a:off x="458019" y="6233430"/>
              <a:ext cx="1584176" cy="363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" name="Bildplatzhalter 30"/>
          <p:cNvSpPr>
            <a:spLocks noGrp="1"/>
          </p:cNvSpPr>
          <p:nvPr>
            <p:ph type="pic" sz="quarter" idx="13"/>
          </p:nvPr>
        </p:nvSpPr>
        <p:spPr>
          <a:xfrm>
            <a:off x="7902000" y="6156000"/>
            <a:ext cx="792088" cy="6480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4" name="Titel 13"/>
          <p:cNvSpPr>
            <a:spLocks noGrp="1"/>
          </p:cNvSpPr>
          <p:nvPr>
            <p:ph type="title"/>
          </p:nvPr>
        </p:nvSpPr>
        <p:spPr>
          <a:xfrm>
            <a:off x="755576" y="3554432"/>
            <a:ext cx="3780000" cy="369332"/>
          </a:xfrm>
        </p:spPr>
        <p:txBody>
          <a:bodyPr wrap="square" anchor="b">
            <a:spAutoFit/>
          </a:bodyPr>
          <a:lstStyle>
            <a:lvl1pPr>
              <a:defRPr sz="2400" cap="none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4"/>
          </p:nvPr>
        </p:nvSpPr>
        <p:spPr>
          <a:xfrm>
            <a:off x="755650" y="3923764"/>
            <a:ext cx="3780000" cy="369332"/>
          </a:xfrm>
          <a:prstGeom prst="rect">
            <a:avLst/>
          </a:prstGeom>
        </p:spPr>
        <p:txBody>
          <a:bodyPr tIns="0" bIns="0">
            <a:sp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755650" y="4500332"/>
            <a:ext cx="3600450" cy="612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800"/>
              </a:spcBef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6"/>
          </p:nvPr>
        </p:nvSpPr>
        <p:spPr>
          <a:xfrm>
            <a:off x="755650" y="5364000"/>
            <a:ext cx="3600450" cy="252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sz="9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568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layou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1" descr="Titelse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eck 8"/>
          <p:cNvSpPr/>
          <p:nvPr userDrawn="1"/>
        </p:nvSpPr>
        <p:spPr>
          <a:xfrm>
            <a:off x="395288" y="115888"/>
            <a:ext cx="8459787" cy="144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grpSp>
        <p:nvGrpSpPr>
          <p:cNvPr id="9" name="Gruppieren 9"/>
          <p:cNvGrpSpPr>
            <a:grpSpLocks/>
          </p:cNvGrpSpPr>
          <p:nvPr userDrawn="1"/>
        </p:nvGrpSpPr>
        <p:grpSpPr bwMode="auto">
          <a:xfrm>
            <a:off x="395288" y="6165850"/>
            <a:ext cx="1655762" cy="431800"/>
            <a:chOff x="395536" y="6165304"/>
            <a:chExt cx="1656184" cy="432048"/>
          </a:xfrm>
        </p:grpSpPr>
        <p:sp>
          <p:nvSpPr>
            <p:cNvPr id="10" name="Rechteck 10"/>
            <p:cNvSpPr/>
            <p:nvPr userDrawn="1"/>
          </p:nvSpPr>
          <p:spPr>
            <a:xfrm>
              <a:off x="395536" y="6165304"/>
              <a:ext cx="1656184" cy="432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pic>
          <p:nvPicPr>
            <p:cNvPr id="11" name="Grafik 14" descr="ELCA_C2_rgb_positive_72dpi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333" b="-4967"/>
            <a:stretch>
              <a:fillRect/>
            </a:stretch>
          </p:blipFill>
          <p:spPr bwMode="auto">
            <a:xfrm>
              <a:off x="458019" y="6233430"/>
              <a:ext cx="1584176" cy="363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" name="Bildplatzhalter 30"/>
          <p:cNvSpPr>
            <a:spLocks noGrp="1"/>
          </p:cNvSpPr>
          <p:nvPr>
            <p:ph type="pic" sz="quarter" idx="13"/>
          </p:nvPr>
        </p:nvSpPr>
        <p:spPr>
          <a:xfrm>
            <a:off x="7902000" y="6156000"/>
            <a:ext cx="792088" cy="6480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4" name="Titel 13"/>
          <p:cNvSpPr>
            <a:spLocks noGrp="1"/>
          </p:cNvSpPr>
          <p:nvPr>
            <p:ph type="title"/>
          </p:nvPr>
        </p:nvSpPr>
        <p:spPr>
          <a:xfrm>
            <a:off x="755576" y="3554432"/>
            <a:ext cx="3780000" cy="369332"/>
          </a:xfrm>
        </p:spPr>
        <p:txBody>
          <a:bodyPr wrap="square" anchor="b">
            <a:spAutoFit/>
          </a:bodyPr>
          <a:lstStyle>
            <a:lvl1pPr>
              <a:defRPr sz="2400" cap="none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4"/>
          </p:nvPr>
        </p:nvSpPr>
        <p:spPr>
          <a:xfrm>
            <a:off x="755650" y="3923764"/>
            <a:ext cx="3780000" cy="369332"/>
          </a:xfrm>
          <a:prstGeom prst="rect">
            <a:avLst/>
          </a:prstGeom>
        </p:spPr>
        <p:txBody>
          <a:bodyPr tIns="0" bIns="0">
            <a:sp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755650" y="4500332"/>
            <a:ext cx="3600450" cy="612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800"/>
              </a:spcBef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6"/>
          </p:nvPr>
        </p:nvSpPr>
        <p:spPr>
          <a:xfrm>
            <a:off x="755650" y="5364000"/>
            <a:ext cx="3600450" cy="252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sz="9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2121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layout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1" descr="Titelse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eck 8"/>
          <p:cNvSpPr/>
          <p:nvPr userDrawn="1"/>
        </p:nvSpPr>
        <p:spPr>
          <a:xfrm>
            <a:off x="395288" y="115888"/>
            <a:ext cx="8459787" cy="144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grpSp>
        <p:nvGrpSpPr>
          <p:cNvPr id="9" name="Gruppieren 9"/>
          <p:cNvGrpSpPr>
            <a:grpSpLocks/>
          </p:cNvGrpSpPr>
          <p:nvPr userDrawn="1"/>
        </p:nvGrpSpPr>
        <p:grpSpPr bwMode="auto">
          <a:xfrm>
            <a:off x="395288" y="6165850"/>
            <a:ext cx="1655762" cy="431800"/>
            <a:chOff x="395536" y="6165304"/>
            <a:chExt cx="1656184" cy="432048"/>
          </a:xfrm>
        </p:grpSpPr>
        <p:sp>
          <p:nvSpPr>
            <p:cNvPr id="10" name="Rechteck 10"/>
            <p:cNvSpPr/>
            <p:nvPr userDrawn="1"/>
          </p:nvSpPr>
          <p:spPr>
            <a:xfrm>
              <a:off x="395536" y="6165304"/>
              <a:ext cx="1656184" cy="432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pic>
          <p:nvPicPr>
            <p:cNvPr id="11" name="Grafik 14" descr="ELCA_C2_rgb_positive_72dpi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333" b="-4967"/>
            <a:stretch>
              <a:fillRect/>
            </a:stretch>
          </p:blipFill>
          <p:spPr bwMode="auto">
            <a:xfrm>
              <a:off x="458019" y="6233430"/>
              <a:ext cx="1584176" cy="363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" name="Bildplatzhalter 30"/>
          <p:cNvSpPr>
            <a:spLocks noGrp="1"/>
          </p:cNvSpPr>
          <p:nvPr>
            <p:ph type="pic" sz="quarter" idx="13"/>
          </p:nvPr>
        </p:nvSpPr>
        <p:spPr>
          <a:xfrm>
            <a:off x="7902000" y="6156000"/>
            <a:ext cx="792088" cy="6480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4" name="Titel 13"/>
          <p:cNvSpPr>
            <a:spLocks noGrp="1"/>
          </p:cNvSpPr>
          <p:nvPr>
            <p:ph type="title"/>
          </p:nvPr>
        </p:nvSpPr>
        <p:spPr>
          <a:xfrm>
            <a:off x="755576" y="3554432"/>
            <a:ext cx="7848000" cy="369332"/>
          </a:xfrm>
        </p:spPr>
        <p:txBody>
          <a:bodyPr wrap="square" anchor="b">
            <a:spAutoFit/>
          </a:bodyPr>
          <a:lstStyle>
            <a:lvl1pPr>
              <a:defRPr sz="2400" cap="none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4"/>
          </p:nvPr>
        </p:nvSpPr>
        <p:spPr>
          <a:xfrm>
            <a:off x="755650" y="3923764"/>
            <a:ext cx="7848000" cy="369332"/>
          </a:xfrm>
          <a:prstGeom prst="rect">
            <a:avLst/>
          </a:prstGeom>
        </p:spPr>
        <p:txBody>
          <a:bodyPr tIns="0" bIns="0">
            <a:sp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755650" y="4500332"/>
            <a:ext cx="7848000" cy="612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800"/>
              </a:spcBef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6"/>
          </p:nvPr>
        </p:nvSpPr>
        <p:spPr>
          <a:xfrm>
            <a:off x="755650" y="5364000"/>
            <a:ext cx="3600450" cy="252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sz="9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6035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layout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1" descr="Titelseit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eck 8"/>
          <p:cNvSpPr/>
          <p:nvPr userDrawn="1"/>
        </p:nvSpPr>
        <p:spPr>
          <a:xfrm>
            <a:off x="395288" y="115888"/>
            <a:ext cx="8459787" cy="144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grpSp>
        <p:nvGrpSpPr>
          <p:cNvPr id="9" name="Gruppieren 9"/>
          <p:cNvGrpSpPr>
            <a:grpSpLocks/>
          </p:cNvGrpSpPr>
          <p:nvPr userDrawn="1"/>
        </p:nvGrpSpPr>
        <p:grpSpPr bwMode="auto">
          <a:xfrm>
            <a:off x="395288" y="6165850"/>
            <a:ext cx="1655762" cy="431800"/>
            <a:chOff x="395536" y="6165304"/>
            <a:chExt cx="1656184" cy="432048"/>
          </a:xfrm>
        </p:grpSpPr>
        <p:sp>
          <p:nvSpPr>
            <p:cNvPr id="10" name="Rechteck 10"/>
            <p:cNvSpPr/>
            <p:nvPr userDrawn="1"/>
          </p:nvSpPr>
          <p:spPr>
            <a:xfrm>
              <a:off x="395536" y="6165304"/>
              <a:ext cx="1656184" cy="4320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e-DE"/>
            </a:p>
          </p:txBody>
        </p:sp>
        <p:pic>
          <p:nvPicPr>
            <p:cNvPr id="11" name="Grafik 14" descr="ELCA_C2_rgb_positive_72dpi.png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3333" b="-4967"/>
            <a:stretch>
              <a:fillRect/>
            </a:stretch>
          </p:blipFill>
          <p:spPr bwMode="auto">
            <a:xfrm>
              <a:off x="458019" y="6233430"/>
              <a:ext cx="1584176" cy="363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1" name="Bildplatzhalter 30"/>
          <p:cNvSpPr>
            <a:spLocks noGrp="1"/>
          </p:cNvSpPr>
          <p:nvPr>
            <p:ph type="pic" sz="quarter" idx="13"/>
          </p:nvPr>
        </p:nvSpPr>
        <p:spPr>
          <a:xfrm>
            <a:off x="7902000" y="6156000"/>
            <a:ext cx="792088" cy="64800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4" name="Titel 13"/>
          <p:cNvSpPr>
            <a:spLocks noGrp="1"/>
          </p:cNvSpPr>
          <p:nvPr>
            <p:ph type="title"/>
          </p:nvPr>
        </p:nvSpPr>
        <p:spPr>
          <a:xfrm>
            <a:off x="755576" y="3554432"/>
            <a:ext cx="7848000" cy="369332"/>
          </a:xfrm>
        </p:spPr>
        <p:txBody>
          <a:bodyPr wrap="square" anchor="b">
            <a:spAutoFit/>
          </a:bodyPr>
          <a:lstStyle>
            <a:lvl1pPr>
              <a:defRPr sz="2400" cap="none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14"/>
          </p:nvPr>
        </p:nvSpPr>
        <p:spPr>
          <a:xfrm>
            <a:off x="755650" y="3923764"/>
            <a:ext cx="7848000" cy="369332"/>
          </a:xfrm>
          <a:prstGeom prst="rect">
            <a:avLst/>
          </a:prstGeom>
        </p:spPr>
        <p:txBody>
          <a:bodyPr tIns="0" bIns="0">
            <a:sp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5"/>
          </p:nvPr>
        </p:nvSpPr>
        <p:spPr>
          <a:xfrm>
            <a:off x="755650" y="4500332"/>
            <a:ext cx="7848000" cy="6120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800"/>
              </a:spcBef>
              <a:buNone/>
              <a:defRPr sz="1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6"/>
          </p:nvPr>
        </p:nvSpPr>
        <p:spPr>
          <a:xfrm>
            <a:off x="755650" y="5364000"/>
            <a:ext cx="3600450" cy="252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sz="9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0009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al of the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488" y="1008063"/>
            <a:ext cx="3905250" cy="525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432000" y="270000"/>
            <a:ext cx="8388000" cy="324000"/>
          </a:xfrm>
        </p:spPr>
        <p:txBody>
          <a:bodyPr/>
          <a:lstStyle>
            <a:lvl1pPr>
              <a:defRPr lang="de-DE" sz="1800" b="1" baseline="0" smtClean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7"/>
          </p:nvPr>
        </p:nvSpPr>
        <p:spPr>
          <a:xfrm>
            <a:off x="431999" y="1008000"/>
            <a:ext cx="4356000" cy="525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21"/>
          </p:nvPr>
        </p:nvSpPr>
        <p:spPr>
          <a:xfrm>
            <a:off x="432000" y="594000"/>
            <a:ext cx="8388000" cy="324000"/>
          </a:xfrm>
        </p:spPr>
        <p:txBody>
          <a:bodyPr wrap="none" tIns="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11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3DE024DB-C680-451F-8C55-494F49A114BB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1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525A1-6AE9-4D56-BABE-20D5E70D431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9" name="Fußzeilenplatzhalter 16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180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oal of the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7713" y="1009574"/>
            <a:ext cx="3906051" cy="5254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432000" y="270000"/>
            <a:ext cx="8388000" cy="324000"/>
          </a:xfrm>
        </p:spPr>
        <p:txBody>
          <a:bodyPr/>
          <a:lstStyle>
            <a:lvl1pPr>
              <a:defRPr lang="de-DE" sz="1800" b="1" baseline="0" smtClean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7"/>
          </p:nvPr>
        </p:nvSpPr>
        <p:spPr>
          <a:xfrm>
            <a:off x="431999" y="1008000"/>
            <a:ext cx="4356000" cy="525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21"/>
          </p:nvPr>
        </p:nvSpPr>
        <p:spPr>
          <a:xfrm>
            <a:off x="432000" y="594000"/>
            <a:ext cx="8388000" cy="324000"/>
          </a:xfrm>
        </p:spPr>
        <p:txBody>
          <a:bodyPr wrap="none" tIns="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11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3DE024DB-C680-451F-8C55-494F49A114BB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1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525A1-6AE9-4D56-BABE-20D5E70D431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9" name="Fußzeilenplatzhalter 16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08187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oal of the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8323" y="1010395"/>
            <a:ext cx="3904831" cy="52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432000" y="270000"/>
            <a:ext cx="8388000" cy="324000"/>
          </a:xfrm>
        </p:spPr>
        <p:txBody>
          <a:bodyPr/>
          <a:lstStyle>
            <a:lvl1pPr>
              <a:defRPr lang="de-DE" sz="1800" b="1" baseline="0" smtClean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7"/>
          </p:nvPr>
        </p:nvSpPr>
        <p:spPr>
          <a:xfrm>
            <a:off x="431999" y="1008000"/>
            <a:ext cx="4356000" cy="525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21"/>
          </p:nvPr>
        </p:nvSpPr>
        <p:spPr>
          <a:xfrm>
            <a:off x="432000" y="594000"/>
            <a:ext cx="8388000" cy="324000"/>
          </a:xfrm>
        </p:spPr>
        <p:txBody>
          <a:bodyPr wrap="none" tIns="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11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3DE024DB-C680-451F-8C55-494F49A114BB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1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525A1-6AE9-4D56-BABE-20D5E70D431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9" name="Fußzeilenplatzhalter 16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446147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oal of the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7713" y="1009574"/>
            <a:ext cx="3906052" cy="5254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432000" y="270000"/>
            <a:ext cx="8388000" cy="324000"/>
          </a:xfrm>
        </p:spPr>
        <p:txBody>
          <a:bodyPr/>
          <a:lstStyle>
            <a:lvl1pPr>
              <a:defRPr lang="de-DE" sz="1800" b="1" baseline="0" smtClean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7"/>
          </p:nvPr>
        </p:nvSpPr>
        <p:spPr>
          <a:xfrm>
            <a:off x="431999" y="1008000"/>
            <a:ext cx="4356000" cy="525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21"/>
          </p:nvPr>
        </p:nvSpPr>
        <p:spPr>
          <a:xfrm>
            <a:off x="432000" y="594000"/>
            <a:ext cx="8388000" cy="324000"/>
          </a:xfrm>
        </p:spPr>
        <p:txBody>
          <a:bodyPr wrap="none" tIns="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11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3DE024DB-C680-451F-8C55-494F49A114BB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1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525A1-6AE9-4D56-BABE-20D5E70D431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9" name="Fußzeilenplatzhalter 16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26182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oal of the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7713" y="1009574"/>
            <a:ext cx="3906052" cy="5254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432000" y="270000"/>
            <a:ext cx="8388000" cy="324000"/>
          </a:xfrm>
        </p:spPr>
        <p:txBody>
          <a:bodyPr/>
          <a:lstStyle>
            <a:lvl1pPr>
              <a:defRPr lang="de-DE" sz="1800" b="1" baseline="0" smtClean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7"/>
          </p:nvPr>
        </p:nvSpPr>
        <p:spPr>
          <a:xfrm>
            <a:off x="431999" y="1008000"/>
            <a:ext cx="4356000" cy="5256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21"/>
          </p:nvPr>
        </p:nvSpPr>
        <p:spPr>
          <a:xfrm>
            <a:off x="432000" y="594000"/>
            <a:ext cx="8388000" cy="324000"/>
          </a:xfrm>
        </p:spPr>
        <p:txBody>
          <a:bodyPr wrap="none" tIns="0" bIns="0" anchor="ctr">
            <a:noAutofit/>
          </a:bodyPr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11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3DE024DB-C680-451F-8C55-494F49A114BB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15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525A1-6AE9-4D56-BABE-20D5E70D431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9" name="Fußzeilenplatzhalter 16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1271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of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 9"/>
          <p:cNvSpPr/>
          <p:nvPr userDrawn="1"/>
        </p:nvSpPr>
        <p:spPr>
          <a:xfrm>
            <a:off x="449263" y="1008063"/>
            <a:ext cx="8386762" cy="5256212"/>
          </a:xfrm>
          <a:custGeom>
            <a:avLst/>
            <a:gdLst>
              <a:gd name="connsiteX0" fmla="*/ 0 w 8139659"/>
              <a:gd name="connsiteY0" fmla="*/ 5231567 h 5246557"/>
              <a:gd name="connsiteX1" fmla="*/ 0 w 8139659"/>
              <a:gd name="connsiteY1" fmla="*/ 2758190 h 5246557"/>
              <a:gd name="connsiteX2" fmla="*/ 749508 w 8139659"/>
              <a:gd name="connsiteY2" fmla="*/ 359764 h 5246557"/>
              <a:gd name="connsiteX3" fmla="*/ 8139659 w 8139659"/>
              <a:gd name="connsiteY3" fmla="*/ 0 h 5246557"/>
              <a:gd name="connsiteX4" fmla="*/ 8139659 w 8139659"/>
              <a:gd name="connsiteY4" fmla="*/ 5246557 h 5246557"/>
              <a:gd name="connsiteX5" fmla="*/ 0 w 8139659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58147 w 8148298"/>
              <a:gd name="connsiteY2" fmla="*/ 35976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857428 w 8148298"/>
              <a:gd name="connsiteY2" fmla="*/ 614065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14523 w 8148298"/>
              <a:gd name="connsiteY2" fmla="*/ 45432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51178 w 8151178"/>
              <a:gd name="connsiteY4" fmla="*/ 5246557 h 5326429"/>
              <a:gd name="connsiteX5" fmla="*/ 2880 w 8151178"/>
              <a:gd name="connsiteY5" fmla="*/ 5326429 h 5326429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48444 w 8151178"/>
              <a:gd name="connsiteY4" fmla="*/ 5326428 h 5326429"/>
              <a:gd name="connsiteX5" fmla="*/ 2880 w 8151178"/>
              <a:gd name="connsiteY5" fmla="*/ 5326429 h 532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51178" h="5326429">
                <a:moveTo>
                  <a:pt x="2880" y="5326429"/>
                </a:moveTo>
                <a:cubicBezTo>
                  <a:pt x="0" y="4426226"/>
                  <a:pt x="5760" y="3431162"/>
                  <a:pt x="2880" y="2530959"/>
                </a:cubicBezTo>
                <a:lnTo>
                  <a:pt x="717403" y="454324"/>
                </a:lnTo>
                <a:lnTo>
                  <a:pt x="8151178" y="0"/>
                </a:lnTo>
                <a:cubicBezTo>
                  <a:pt x="8150267" y="1775476"/>
                  <a:pt x="8149355" y="3550952"/>
                  <a:pt x="8148444" y="5326428"/>
                </a:cubicBezTo>
                <a:lnTo>
                  <a:pt x="2880" y="5326429"/>
                </a:lnTo>
                <a:close/>
              </a:path>
            </a:pathLst>
          </a:custGeom>
          <a:solidFill>
            <a:srgbClr val="D24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187624" y="1764000"/>
            <a:ext cx="7488000" cy="4320000"/>
          </a:xfrm>
          <a:prstGeom prst="rect">
            <a:avLst/>
          </a:prstGeom>
        </p:spPr>
        <p:txBody>
          <a:bodyPr/>
          <a:lstStyle>
            <a:lvl1pPr marL="360000" indent="-360000">
              <a:buClr>
                <a:schemeClr val="bg1"/>
              </a:buClr>
              <a:buFont typeface="+mj-lt"/>
              <a:buAutoNum type="arabi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1pPr>
            <a:lvl2pPr marL="702900" indent="-342900">
              <a:buClr>
                <a:schemeClr val="bg1"/>
              </a:buClr>
              <a:buFont typeface="+mj-lt"/>
              <a:buAutoNum type="romanUcPeriod"/>
              <a:tabLst>
                <a:tab pos="7200000" algn="r"/>
              </a:tabLst>
              <a:defRPr sz="1800" baseline="0">
                <a:solidFill>
                  <a:schemeClr val="bg1"/>
                </a:solidFill>
              </a:defRPr>
            </a:lvl2pPr>
            <a:lvl3pPr marL="1062900" indent="-342900">
              <a:buClr>
                <a:schemeClr val="bg1"/>
              </a:buClr>
              <a:buFont typeface="+mj-lt"/>
              <a:buAutoNum type="arabi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3pPr>
            <a:lvl4pPr marL="1422900" indent="-342900">
              <a:buClr>
                <a:schemeClr val="bg1"/>
              </a:buClr>
              <a:buFont typeface="+mj-lt"/>
              <a:buAutoNum type="romanU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14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B3F5E7A1-823C-4C4F-BA11-C5892201B856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1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15E5E2-4D77-424F-A441-3F3B196E78DE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Fußzeilenplatzhalter 19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62324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-Slid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450000" y="1240185"/>
            <a:ext cx="1278000" cy="1710000"/>
          </a:xfrm>
          <a:prstGeom prst="rect">
            <a:avLst/>
          </a:prstGeom>
        </p:spPr>
        <p:txBody>
          <a:bodyPr wrap="non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872000" y="1168401"/>
            <a:ext cx="6948000" cy="31638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b="1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1871999" y="1494000"/>
            <a:ext cx="6948000" cy="1439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1872000" y="3744000"/>
            <a:ext cx="6948000" cy="31638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b="1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platzhalter 13"/>
          <p:cNvSpPr>
            <a:spLocks noGrp="1"/>
          </p:cNvSpPr>
          <p:nvPr>
            <p:ph type="body" sz="quarter" idx="16"/>
          </p:nvPr>
        </p:nvSpPr>
        <p:spPr>
          <a:xfrm>
            <a:off x="1872000" y="4066689"/>
            <a:ext cx="6948000" cy="1439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DE" sz="1800" kern="1200" baseline="0" smtClean="0">
                <a:solidFill>
                  <a:srgbClr val="585858"/>
                </a:solidFill>
                <a:latin typeface="ArialM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idx="17"/>
          </p:nvPr>
        </p:nvSpPr>
        <p:spPr>
          <a:xfrm>
            <a:off x="448494" y="3816000"/>
            <a:ext cx="1278000" cy="1710000"/>
          </a:xfrm>
          <a:prstGeom prst="rect">
            <a:avLst/>
          </a:prstGeom>
        </p:spPr>
        <p:txBody>
          <a:bodyPr wrap="non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0B4BFA07-7BF1-4243-B8A1-4A69DA246BEC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D9E8B-D38F-4088-ABD0-754C65F4570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31520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-Slid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450000" y="1240185"/>
            <a:ext cx="1278000" cy="1710000"/>
          </a:xfrm>
          <a:prstGeom prst="rect">
            <a:avLst/>
          </a:prstGeom>
        </p:spPr>
        <p:txBody>
          <a:bodyPr wrap="non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872000" y="1168401"/>
            <a:ext cx="2700008" cy="31638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b="1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1872000" y="1494000"/>
            <a:ext cx="2700009" cy="1439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5"/>
          </p:nvPr>
        </p:nvSpPr>
        <p:spPr>
          <a:xfrm>
            <a:off x="1872000" y="3744000"/>
            <a:ext cx="2700000" cy="31638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b="1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platzhalter 13"/>
          <p:cNvSpPr>
            <a:spLocks noGrp="1"/>
          </p:cNvSpPr>
          <p:nvPr>
            <p:ph type="body" sz="quarter" idx="16"/>
          </p:nvPr>
        </p:nvSpPr>
        <p:spPr>
          <a:xfrm>
            <a:off x="1872000" y="4068000"/>
            <a:ext cx="2700000" cy="1439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itchFamily="34" charset="0"/>
              <a:buNone/>
              <a:defRPr lang="de-DE" sz="1800" kern="1200" baseline="0" smtClean="0">
                <a:solidFill>
                  <a:srgbClr val="585858"/>
                </a:solidFill>
                <a:latin typeface="ArialM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idx="17"/>
          </p:nvPr>
        </p:nvSpPr>
        <p:spPr>
          <a:xfrm>
            <a:off x="448494" y="3816000"/>
            <a:ext cx="1278000" cy="1710000"/>
          </a:xfrm>
          <a:prstGeom prst="rect">
            <a:avLst/>
          </a:prstGeom>
        </p:spPr>
        <p:txBody>
          <a:bodyPr wrap="non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9" name="Bildplatzhalter 2"/>
          <p:cNvSpPr>
            <a:spLocks noGrp="1"/>
          </p:cNvSpPr>
          <p:nvPr>
            <p:ph type="pic" idx="18"/>
          </p:nvPr>
        </p:nvSpPr>
        <p:spPr>
          <a:xfrm>
            <a:off x="4770000" y="1243211"/>
            <a:ext cx="1278000" cy="1710000"/>
          </a:xfrm>
          <a:prstGeom prst="rect">
            <a:avLst/>
          </a:prstGeom>
        </p:spPr>
        <p:txBody>
          <a:bodyPr wrap="non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20" name="Textplatzhalter 11"/>
          <p:cNvSpPr>
            <a:spLocks noGrp="1"/>
          </p:cNvSpPr>
          <p:nvPr>
            <p:ph type="body" sz="quarter" idx="19"/>
          </p:nvPr>
        </p:nvSpPr>
        <p:spPr>
          <a:xfrm>
            <a:off x="6192000" y="1171427"/>
            <a:ext cx="2700008" cy="31638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b="1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platzhalter 13"/>
          <p:cNvSpPr>
            <a:spLocks noGrp="1"/>
          </p:cNvSpPr>
          <p:nvPr>
            <p:ph type="body" sz="quarter" idx="20"/>
          </p:nvPr>
        </p:nvSpPr>
        <p:spPr>
          <a:xfrm>
            <a:off x="6192000" y="1494000"/>
            <a:ext cx="2700009" cy="1439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e-DE" sz="1800" kern="1200" baseline="0" smtClean="0">
                <a:solidFill>
                  <a:srgbClr val="585858"/>
                </a:solidFill>
                <a:latin typeface="ArialM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21"/>
          </p:nvPr>
        </p:nvSpPr>
        <p:spPr>
          <a:xfrm>
            <a:off x="6192000" y="3744000"/>
            <a:ext cx="2700000" cy="31638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b="1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platzhalter 13"/>
          <p:cNvSpPr>
            <a:spLocks noGrp="1"/>
          </p:cNvSpPr>
          <p:nvPr>
            <p:ph type="body" sz="quarter" idx="22"/>
          </p:nvPr>
        </p:nvSpPr>
        <p:spPr>
          <a:xfrm>
            <a:off x="6192000" y="4066689"/>
            <a:ext cx="2700000" cy="1439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lang="de-DE" sz="1800" kern="1200" baseline="0" smtClean="0">
                <a:solidFill>
                  <a:srgbClr val="585858"/>
                </a:solidFill>
                <a:latin typeface="ArialM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Bildplatzhalter 2"/>
          <p:cNvSpPr>
            <a:spLocks noGrp="1"/>
          </p:cNvSpPr>
          <p:nvPr>
            <p:ph type="pic" idx="23"/>
          </p:nvPr>
        </p:nvSpPr>
        <p:spPr>
          <a:xfrm>
            <a:off x="4770000" y="3816000"/>
            <a:ext cx="1278000" cy="1710000"/>
          </a:xfrm>
          <a:prstGeom prst="rect">
            <a:avLst/>
          </a:prstGeom>
        </p:spPr>
        <p:txBody>
          <a:bodyPr wrap="none" rtlCol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8" name="Datumsplatzhalter 3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78FADCAB-A8C4-4F10-B750-EC6463DDAD1D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25" name="Fußzeilenplatzhalter 4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26" name="Foliennummernplatzhalter 5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0156C-ACCA-4759-8AAC-0D6BBF80D807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24474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with Hightlights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 9"/>
          <p:cNvSpPr/>
          <p:nvPr userDrawn="1"/>
        </p:nvSpPr>
        <p:spPr>
          <a:xfrm>
            <a:off x="449263" y="1008063"/>
            <a:ext cx="8386762" cy="5256212"/>
          </a:xfrm>
          <a:custGeom>
            <a:avLst/>
            <a:gdLst>
              <a:gd name="connsiteX0" fmla="*/ 0 w 8139659"/>
              <a:gd name="connsiteY0" fmla="*/ 5231567 h 5246557"/>
              <a:gd name="connsiteX1" fmla="*/ 0 w 8139659"/>
              <a:gd name="connsiteY1" fmla="*/ 2758190 h 5246557"/>
              <a:gd name="connsiteX2" fmla="*/ 749508 w 8139659"/>
              <a:gd name="connsiteY2" fmla="*/ 359764 h 5246557"/>
              <a:gd name="connsiteX3" fmla="*/ 8139659 w 8139659"/>
              <a:gd name="connsiteY3" fmla="*/ 0 h 5246557"/>
              <a:gd name="connsiteX4" fmla="*/ 8139659 w 8139659"/>
              <a:gd name="connsiteY4" fmla="*/ 5246557 h 5246557"/>
              <a:gd name="connsiteX5" fmla="*/ 0 w 8139659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58147 w 8148298"/>
              <a:gd name="connsiteY2" fmla="*/ 35976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857428 w 8148298"/>
              <a:gd name="connsiteY2" fmla="*/ 614065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14523 w 8148298"/>
              <a:gd name="connsiteY2" fmla="*/ 45432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51178 w 8151178"/>
              <a:gd name="connsiteY4" fmla="*/ 5246557 h 5326429"/>
              <a:gd name="connsiteX5" fmla="*/ 2880 w 8151178"/>
              <a:gd name="connsiteY5" fmla="*/ 5326429 h 5326429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48444 w 8151178"/>
              <a:gd name="connsiteY4" fmla="*/ 5326428 h 5326429"/>
              <a:gd name="connsiteX5" fmla="*/ 2880 w 8151178"/>
              <a:gd name="connsiteY5" fmla="*/ 5326429 h 532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51178" h="5326429">
                <a:moveTo>
                  <a:pt x="2880" y="5326429"/>
                </a:moveTo>
                <a:cubicBezTo>
                  <a:pt x="0" y="4426226"/>
                  <a:pt x="5760" y="3431162"/>
                  <a:pt x="2880" y="2530959"/>
                </a:cubicBezTo>
                <a:lnTo>
                  <a:pt x="717403" y="454324"/>
                </a:lnTo>
                <a:lnTo>
                  <a:pt x="8151178" y="0"/>
                </a:lnTo>
                <a:cubicBezTo>
                  <a:pt x="8150267" y="1775476"/>
                  <a:pt x="8149355" y="3550952"/>
                  <a:pt x="8148444" y="5326428"/>
                </a:cubicBezTo>
                <a:lnTo>
                  <a:pt x="2880" y="5326429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idx="1"/>
          </p:nvPr>
        </p:nvSpPr>
        <p:spPr>
          <a:xfrm>
            <a:off x="1187624" y="1764000"/>
            <a:ext cx="7488000" cy="4320000"/>
          </a:xfrm>
          <a:prstGeom prst="rect">
            <a:avLst/>
          </a:prstGeom>
        </p:spPr>
        <p:txBody>
          <a:bodyPr/>
          <a:lstStyle>
            <a:lvl1pPr marL="360000" indent="-360000">
              <a:buClr>
                <a:schemeClr val="bg1"/>
              </a:buClr>
              <a:buFont typeface="+mj-lt"/>
              <a:buAutoNum type="arabi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1pPr>
            <a:lvl2pPr marL="702900" indent="-342900">
              <a:buClr>
                <a:schemeClr val="bg1"/>
              </a:buClr>
              <a:buFont typeface="+mj-lt"/>
              <a:buAutoNum type="romanU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2pPr>
            <a:lvl3pPr marL="1062900" indent="-342900">
              <a:buClr>
                <a:schemeClr val="bg1"/>
              </a:buClr>
              <a:buFont typeface="+mj-lt"/>
              <a:buAutoNum type="arabi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3pPr>
            <a:lvl4pPr marL="1422900" indent="-342900">
              <a:buClr>
                <a:schemeClr val="bg1"/>
              </a:buClr>
              <a:buFont typeface="+mj-lt"/>
              <a:buAutoNum type="romanU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Datumsplatzhalter 1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CBAF9153-C658-4087-BB39-AF92C011B394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1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EC06F-AEA3-4BE1-B640-C06D91E456B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Fußzeilenplatzhalter 1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484488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with Highligh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 9"/>
          <p:cNvSpPr/>
          <p:nvPr userDrawn="1"/>
        </p:nvSpPr>
        <p:spPr>
          <a:xfrm>
            <a:off x="449263" y="1008063"/>
            <a:ext cx="8386762" cy="5256212"/>
          </a:xfrm>
          <a:custGeom>
            <a:avLst/>
            <a:gdLst>
              <a:gd name="connsiteX0" fmla="*/ 0 w 8139659"/>
              <a:gd name="connsiteY0" fmla="*/ 5231567 h 5246557"/>
              <a:gd name="connsiteX1" fmla="*/ 0 w 8139659"/>
              <a:gd name="connsiteY1" fmla="*/ 2758190 h 5246557"/>
              <a:gd name="connsiteX2" fmla="*/ 749508 w 8139659"/>
              <a:gd name="connsiteY2" fmla="*/ 359764 h 5246557"/>
              <a:gd name="connsiteX3" fmla="*/ 8139659 w 8139659"/>
              <a:gd name="connsiteY3" fmla="*/ 0 h 5246557"/>
              <a:gd name="connsiteX4" fmla="*/ 8139659 w 8139659"/>
              <a:gd name="connsiteY4" fmla="*/ 5246557 h 5246557"/>
              <a:gd name="connsiteX5" fmla="*/ 0 w 8139659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58147 w 8148298"/>
              <a:gd name="connsiteY2" fmla="*/ 35976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857428 w 8148298"/>
              <a:gd name="connsiteY2" fmla="*/ 614065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14523 w 8148298"/>
              <a:gd name="connsiteY2" fmla="*/ 45432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51178 w 8151178"/>
              <a:gd name="connsiteY4" fmla="*/ 5246557 h 5326429"/>
              <a:gd name="connsiteX5" fmla="*/ 2880 w 8151178"/>
              <a:gd name="connsiteY5" fmla="*/ 5326429 h 5326429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48444 w 8151178"/>
              <a:gd name="connsiteY4" fmla="*/ 5326428 h 5326429"/>
              <a:gd name="connsiteX5" fmla="*/ 2880 w 8151178"/>
              <a:gd name="connsiteY5" fmla="*/ 5326429 h 532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51178" h="5326429">
                <a:moveTo>
                  <a:pt x="2880" y="5326429"/>
                </a:moveTo>
                <a:cubicBezTo>
                  <a:pt x="0" y="4426226"/>
                  <a:pt x="5760" y="3431162"/>
                  <a:pt x="2880" y="2530959"/>
                </a:cubicBezTo>
                <a:lnTo>
                  <a:pt x="717403" y="454324"/>
                </a:lnTo>
                <a:lnTo>
                  <a:pt x="8151178" y="0"/>
                </a:lnTo>
                <a:cubicBezTo>
                  <a:pt x="8150267" y="1775476"/>
                  <a:pt x="8149355" y="3550952"/>
                  <a:pt x="8148444" y="5326428"/>
                </a:cubicBezTo>
                <a:lnTo>
                  <a:pt x="2880" y="532642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sp>
        <p:nvSpPr>
          <p:cNvPr id="11" name="Titel 1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platzhalter 2"/>
          <p:cNvSpPr>
            <a:spLocks noGrp="1"/>
          </p:cNvSpPr>
          <p:nvPr>
            <p:ph type="body" idx="1"/>
          </p:nvPr>
        </p:nvSpPr>
        <p:spPr>
          <a:xfrm>
            <a:off x="1187624" y="1764000"/>
            <a:ext cx="7488000" cy="4320000"/>
          </a:xfrm>
          <a:prstGeom prst="rect">
            <a:avLst/>
          </a:prstGeom>
        </p:spPr>
        <p:txBody>
          <a:bodyPr/>
          <a:lstStyle>
            <a:lvl1pPr marL="360000" indent="-360000">
              <a:buClr>
                <a:schemeClr val="bg1"/>
              </a:buClr>
              <a:buFont typeface="+mj-lt"/>
              <a:buAutoNum type="arabi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1pPr>
            <a:lvl2pPr marL="702900" indent="-342900">
              <a:buClr>
                <a:schemeClr val="bg1"/>
              </a:buClr>
              <a:buFont typeface="+mj-lt"/>
              <a:buAutoNum type="romanU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2pPr>
            <a:lvl3pPr marL="1062900" indent="-342900">
              <a:buClr>
                <a:schemeClr val="bg1"/>
              </a:buClr>
              <a:buFont typeface="+mj-lt"/>
              <a:buAutoNum type="arabi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3pPr>
            <a:lvl4pPr marL="1422900" indent="-342900">
              <a:buClr>
                <a:schemeClr val="bg1"/>
              </a:buClr>
              <a:buFont typeface="+mj-lt"/>
              <a:buAutoNum type="romanUcPeriod"/>
              <a:tabLst>
                <a:tab pos="7200000" algn="r"/>
              </a:tabLst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Datumsplatzhalter 1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66F4916A-9C8B-43CD-8A28-D46DFA29FC77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1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50B658-B30B-420C-9C23-2782020F8C1E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Fußzeilenplatzhalter 1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256439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ex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431998" y="1008000"/>
            <a:ext cx="8388473" cy="5256584"/>
          </a:xfrm>
        </p:spPr>
        <p:txBody>
          <a:bodyPr/>
          <a:lstStyle>
            <a:lvl1pPr>
              <a:buFont typeface="Arial" pitchFamily="34" charset="0"/>
              <a:buChar char="■"/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AE81D632-9CC4-4CDA-AE06-C7AFFDB26090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4141EE-5654-495E-8EFD-8948465C248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1819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432000" y="1403999"/>
            <a:ext cx="4140000" cy="4860000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rgbClr val="585858"/>
                </a:solidFill>
              </a:defRPr>
            </a:lvl2pPr>
            <a:lvl3pPr>
              <a:defRPr>
                <a:solidFill>
                  <a:srgbClr val="585858"/>
                </a:solidFill>
              </a:defRPr>
            </a:lvl3pPr>
            <a:lvl4pPr>
              <a:defRPr>
                <a:solidFill>
                  <a:srgbClr val="585858"/>
                </a:solidFill>
              </a:defRPr>
            </a:lvl4pPr>
            <a:lvl5pPr>
              <a:defRPr>
                <a:solidFill>
                  <a:srgbClr val="58585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platzhalter 9"/>
          <p:cNvSpPr>
            <a:spLocks noGrp="1"/>
          </p:cNvSpPr>
          <p:nvPr>
            <p:ph type="body" sz="quarter" idx="14"/>
          </p:nvPr>
        </p:nvSpPr>
        <p:spPr>
          <a:xfrm>
            <a:off x="4644000" y="1403999"/>
            <a:ext cx="4176000" cy="4860000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rgbClr val="585858"/>
                </a:solidFill>
              </a:defRPr>
            </a:lvl2pPr>
            <a:lvl3pPr>
              <a:defRPr>
                <a:solidFill>
                  <a:srgbClr val="585858"/>
                </a:solidFill>
              </a:defRPr>
            </a:lvl3pPr>
            <a:lvl4pPr>
              <a:defRPr>
                <a:solidFill>
                  <a:srgbClr val="585858"/>
                </a:solidFill>
              </a:defRPr>
            </a:lvl4pPr>
            <a:lvl5pPr>
              <a:defRPr>
                <a:solidFill>
                  <a:srgbClr val="58585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5"/>
          </p:nvPr>
        </p:nvSpPr>
        <p:spPr>
          <a:xfrm>
            <a:off x="432000" y="1008000"/>
            <a:ext cx="4140000" cy="287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58585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platzhalter 14"/>
          <p:cNvSpPr>
            <a:spLocks noGrp="1"/>
          </p:cNvSpPr>
          <p:nvPr>
            <p:ph type="body" sz="quarter" idx="16"/>
          </p:nvPr>
        </p:nvSpPr>
        <p:spPr>
          <a:xfrm>
            <a:off x="4644000" y="1008000"/>
            <a:ext cx="4176000" cy="287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58585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2DE4795F-6FD8-4FC1-AB74-771B0CA2E8EF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2789E-4A5C-44D2-BCE8-BB61B2B4BBB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82332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-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4428000" y="1008000"/>
            <a:ext cx="4392472" cy="525600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 marL="628650" indent="-324000">
              <a:spcBef>
                <a:spcPts val="900"/>
              </a:spcBef>
              <a:buFont typeface="Wingdings" pitchFamily="2" charset="2"/>
              <a:buChar char="§"/>
              <a:defRPr/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8"/>
          </p:nvPr>
        </p:nvSpPr>
        <p:spPr>
          <a:xfrm>
            <a:off x="468313" y="1080000"/>
            <a:ext cx="3815655" cy="5184000"/>
          </a:xfrm>
        </p:spPr>
        <p:txBody>
          <a:bodyPr rtlCol="0">
            <a:noAutofit/>
          </a:bodyPr>
          <a:lstStyle>
            <a:lvl1pPr marL="0" indent="0">
              <a:buFont typeface="Arial" pitchFamily="34" charset="0"/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2F72A460-683C-4AD7-B9FE-97A789EEEB38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FF3D2-8251-4C80-9E1B-20D9B318050B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4871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-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3"/>
          </p:nvPr>
        </p:nvSpPr>
        <p:spPr>
          <a:xfrm>
            <a:off x="5040472" y="1044000"/>
            <a:ext cx="3780000" cy="522000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432000" y="1008000"/>
            <a:ext cx="4500040" cy="5256000"/>
          </a:xfrm>
          <a:prstGeom prst="rect">
            <a:avLst/>
          </a:prstGeom>
        </p:spPr>
        <p:txBody>
          <a:bodyPr/>
          <a:lstStyle>
            <a:lvl1pPr marL="324000" indent="-324000">
              <a:buFont typeface="Arial" pitchFamily="34" charset="0"/>
              <a:buChar char="■"/>
              <a:defRPr/>
            </a:lvl1pPr>
            <a:lvl2pPr marL="720000" indent="-323850">
              <a:spcBef>
                <a:spcPts val="900"/>
              </a:spcBef>
              <a:buFont typeface="Wingdings" pitchFamily="2" charset="2"/>
              <a:buChar char="§"/>
              <a:defRPr lang="de-DE" sz="1800" kern="1200" smtClean="0">
                <a:solidFill>
                  <a:srgbClr val="585858"/>
                </a:solidFill>
                <a:latin typeface="+mn-lt"/>
                <a:ea typeface="+mn-ea"/>
                <a:cs typeface="Arial" pitchFamily="34" charset="0"/>
              </a:defRPr>
            </a:lvl2pPr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C3A6E3F9-77E9-4F6D-9423-D847C956EA55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B75CF6-1FFE-4134-8001-1115DC43E63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9426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Tabellenplatzhalter 9"/>
          <p:cNvSpPr>
            <a:spLocks noGrp="1"/>
          </p:cNvSpPr>
          <p:nvPr>
            <p:ph type="tbl" sz="quarter" idx="13"/>
          </p:nvPr>
        </p:nvSpPr>
        <p:spPr>
          <a:xfrm>
            <a:off x="432000" y="1008000"/>
            <a:ext cx="8388000" cy="5256000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/>
              <a:t>Click icon to add table</a:t>
            </a:r>
            <a:endParaRPr lang="de-DE" noProof="0"/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77F3C067-BCA7-4852-AD5E-D91C1E3A38C3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CAD1CC-C753-41B6-BEE8-7CD75E753CA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91417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 small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Diagrammplatzhalter 6"/>
          <p:cNvSpPr>
            <a:spLocks noGrp="1"/>
          </p:cNvSpPr>
          <p:nvPr>
            <p:ph type="chart" sz="quarter" idx="13"/>
          </p:nvPr>
        </p:nvSpPr>
        <p:spPr>
          <a:xfrm>
            <a:off x="468313" y="1008000"/>
            <a:ext cx="3959671" cy="525600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chart</a:t>
            </a:r>
            <a:endParaRPr lang="de-DE" noProof="0"/>
          </a:p>
        </p:txBody>
      </p:sp>
      <p:sp>
        <p:nvSpPr>
          <p:cNvPr id="9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4"/>
          </p:nvPr>
        </p:nvSpPr>
        <p:spPr>
          <a:xfrm>
            <a:off x="4524374" y="1008000"/>
            <a:ext cx="4296098" cy="5256000"/>
          </a:xfrm>
          <a:prstGeom prst="rect">
            <a:avLst/>
          </a:prstGeom>
        </p:spPr>
        <p:txBody>
          <a:bodyPr/>
          <a:lstStyle>
            <a:lvl1pPr marL="324000" indent="-324000">
              <a:buFont typeface="Arial" pitchFamily="34" charset="0"/>
              <a:buChar char="■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F5B52285-D626-4DF1-AAE9-538E53FB1297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1AF7EC-3703-4E28-AF82-571632B0996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6919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 larg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7" name="Diagrammplatzhalter 6"/>
          <p:cNvSpPr>
            <a:spLocks noGrp="1"/>
          </p:cNvSpPr>
          <p:nvPr>
            <p:ph type="chart" sz="quarter" idx="13"/>
          </p:nvPr>
        </p:nvSpPr>
        <p:spPr>
          <a:xfrm>
            <a:off x="468313" y="1008000"/>
            <a:ext cx="5759871" cy="5256000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chart</a:t>
            </a:r>
            <a:endParaRPr lang="de-DE" noProof="0"/>
          </a:p>
        </p:txBody>
      </p:sp>
      <p:sp>
        <p:nvSpPr>
          <p:cNvPr id="9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47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4"/>
          </p:nvPr>
        </p:nvSpPr>
        <p:spPr>
          <a:xfrm>
            <a:off x="6334124" y="1008000"/>
            <a:ext cx="2486347" cy="5256000"/>
          </a:xfrm>
          <a:prstGeom prst="rect">
            <a:avLst/>
          </a:prstGeom>
        </p:spPr>
        <p:txBody>
          <a:bodyPr/>
          <a:lstStyle>
            <a:lvl1pPr marL="324000" indent="-324000">
              <a:buFont typeface="Arial" pitchFamily="34" charset="0"/>
              <a:buChar char="■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D78B0E35-FD5D-4B3F-AE18-432A3744BCAC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F66DF8-F891-4CB0-9B3A-0D9C9A77CEF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42386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resentation 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8" descr="Grafik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263" y="627063"/>
            <a:ext cx="3849687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13"/>
          <p:cNvSpPr txBox="1"/>
          <p:nvPr userDrawn="1"/>
        </p:nvSpPr>
        <p:spPr>
          <a:xfrm>
            <a:off x="430213" y="260350"/>
            <a:ext cx="8389937" cy="323850"/>
          </a:xfrm>
          <a:prstGeom prst="rect">
            <a:avLst/>
          </a:prstGeom>
          <a:noFill/>
        </p:spPr>
        <p:txBody>
          <a:bodyPr lIns="36000" tIns="36000" rIns="36000" b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cap="all">
                <a:latin typeface="+mj-lt"/>
                <a:ea typeface="+mj-ea"/>
                <a:cs typeface="+mj-cs"/>
              </a:rPr>
              <a:t>Project Presentation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4464000" cy="324000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432000" y="1008000"/>
            <a:ext cx="4356000" cy="5256000"/>
          </a:xfrm>
          <a:prstGeom prst="rect">
            <a:avLst/>
          </a:prstGeom>
        </p:spPr>
        <p:txBody>
          <a:bodyPr/>
          <a:lstStyle>
            <a:lvl1pPr marL="324000" indent="-324000">
              <a:buFont typeface="Arial" pitchFamily="34" charset="0"/>
              <a:buChar char="■"/>
              <a:defRPr/>
            </a:lvl1pPr>
            <a:lvl2pPr marL="720000" indent="-324000">
              <a:spcBef>
                <a:spcPts val="9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Bildplatzhalter 14"/>
          <p:cNvSpPr>
            <a:spLocks noGrp="1"/>
          </p:cNvSpPr>
          <p:nvPr>
            <p:ph type="pic" sz="quarter" idx="18"/>
          </p:nvPr>
        </p:nvSpPr>
        <p:spPr>
          <a:xfrm>
            <a:off x="4860000" y="1007999"/>
            <a:ext cx="3960000" cy="525600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7" name="Datumsplatzhalter 9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D68CE150-9108-454C-8FCC-996EC8B060B1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8CDBA-B2C8-4CA9-8376-B3D3855FF7AB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9" name="Fußzeilenplatzhalter 11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396575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resentation 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50" y="631825"/>
            <a:ext cx="384810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11"/>
          <p:cNvSpPr txBox="1"/>
          <p:nvPr userDrawn="1"/>
        </p:nvSpPr>
        <p:spPr>
          <a:xfrm>
            <a:off x="430213" y="260350"/>
            <a:ext cx="8389937" cy="323850"/>
          </a:xfrm>
          <a:prstGeom prst="rect">
            <a:avLst/>
          </a:prstGeom>
          <a:noFill/>
        </p:spPr>
        <p:txBody>
          <a:bodyPr lIns="36000" tIns="36000" rIns="36000" b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cap="all">
                <a:latin typeface="+mj-lt"/>
                <a:ea typeface="+mj-ea"/>
                <a:cs typeface="+mj-cs"/>
              </a:rPr>
              <a:t>Projekt Presentation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4428032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Diagrammplatzhalter 13"/>
          <p:cNvSpPr>
            <a:spLocks noGrp="1"/>
          </p:cNvSpPr>
          <p:nvPr>
            <p:ph type="chart" sz="quarter" idx="13"/>
          </p:nvPr>
        </p:nvSpPr>
        <p:spPr>
          <a:xfrm>
            <a:off x="432000" y="1007999"/>
            <a:ext cx="4176712" cy="5256000"/>
          </a:xfrm>
          <a:prstGeom prst="rect">
            <a:avLst/>
          </a:prstGeom>
        </p:spPr>
        <p:txBody>
          <a:bodyPr rtlCol="0" anchor="b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chart</a:t>
            </a:r>
            <a:endParaRPr lang="de-DE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9"/>
          </p:nvPr>
        </p:nvSpPr>
        <p:spPr>
          <a:xfrm>
            <a:off x="4824000" y="1008000"/>
            <a:ext cx="3996000" cy="525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umsplatzhalter 8"/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1B034A7D-1F92-418F-9991-34F46EF934C5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8" name="Foliennummernplatzhalt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405898-5503-4AF1-8A77-2436AEBEB65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9" name="Fußzeilenplatzhalter 10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766851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resentation P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50" y="627063"/>
            <a:ext cx="384651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12"/>
          <p:cNvSpPr txBox="1"/>
          <p:nvPr userDrawn="1"/>
        </p:nvSpPr>
        <p:spPr>
          <a:xfrm>
            <a:off x="430213" y="260350"/>
            <a:ext cx="8389937" cy="323850"/>
          </a:xfrm>
          <a:prstGeom prst="rect">
            <a:avLst/>
          </a:prstGeom>
          <a:noFill/>
        </p:spPr>
        <p:txBody>
          <a:bodyPr lIns="36000" tIns="36000" rIns="36000" b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cap="all">
                <a:latin typeface="+mj-lt"/>
                <a:ea typeface="+mj-ea"/>
                <a:cs typeface="+mj-cs"/>
              </a:rPr>
              <a:t>Projekt Presentation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4500040" cy="324000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3"/>
          </p:nvPr>
        </p:nvSpPr>
        <p:spPr>
          <a:xfrm>
            <a:off x="468312" y="1008000"/>
            <a:ext cx="8388000" cy="525600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Click icon to add picture</a:t>
            </a:r>
            <a:endParaRPr lang="de-DE" noProof="0"/>
          </a:p>
        </p:txBody>
      </p:sp>
      <p:sp>
        <p:nvSpPr>
          <p:cNvPr id="7" name="Datumsplatzhalter 8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8A4D8398-9FF6-4BE0-9B90-61D606E5099A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8" name="Foliennummernplatzhalt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47DED-DAD4-4CE1-89FE-1A72D27DD1B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9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0229388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Short Ver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638" y="630238"/>
            <a:ext cx="3846512" cy="536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4500040" cy="324000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/>
          </p:nvPr>
        </p:nvSpPr>
        <p:spPr>
          <a:xfrm>
            <a:off x="432000" y="1008000"/>
            <a:ext cx="4428000" cy="288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b="1">
                <a:solidFill>
                  <a:srgbClr val="F3741D"/>
                </a:solidFill>
              </a:defRPr>
            </a:lvl1pPr>
            <a:lvl2pPr marL="360000" indent="-360000">
              <a:spcBef>
                <a:spcPts val="9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5"/>
          </p:nvPr>
        </p:nvSpPr>
        <p:spPr>
          <a:xfrm>
            <a:off x="432000" y="1296000"/>
            <a:ext cx="4428000" cy="133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16"/>
          </p:nvPr>
        </p:nvSpPr>
        <p:spPr>
          <a:xfrm>
            <a:off x="432000" y="2817762"/>
            <a:ext cx="4428000" cy="288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b="1">
                <a:solidFill>
                  <a:srgbClr val="F3741D"/>
                </a:solidFill>
              </a:defRPr>
            </a:lvl1pPr>
            <a:lvl2pPr marL="360000" indent="-360000">
              <a:spcBef>
                <a:spcPts val="9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platzhalter 13"/>
          <p:cNvSpPr>
            <a:spLocks noGrp="1"/>
          </p:cNvSpPr>
          <p:nvPr>
            <p:ph type="body" sz="quarter" idx="17"/>
          </p:nvPr>
        </p:nvSpPr>
        <p:spPr>
          <a:xfrm>
            <a:off x="432000" y="3105112"/>
            <a:ext cx="4428000" cy="133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platzhalter 12"/>
          <p:cNvSpPr>
            <a:spLocks noGrp="1"/>
          </p:cNvSpPr>
          <p:nvPr>
            <p:ph type="body" sz="quarter" idx="18"/>
          </p:nvPr>
        </p:nvSpPr>
        <p:spPr>
          <a:xfrm>
            <a:off x="432000" y="4617280"/>
            <a:ext cx="4428000" cy="288000"/>
          </a:xfrm>
          <a:prstGeom prst="rect">
            <a:avLst/>
          </a:prstGeom>
        </p:spPr>
        <p:txBody>
          <a:bodyPr wrap="none" anchor="ctr"/>
          <a:lstStyle>
            <a:lvl1pPr marL="0" indent="0">
              <a:buNone/>
              <a:defRPr b="1">
                <a:solidFill>
                  <a:srgbClr val="F3741D"/>
                </a:solidFill>
              </a:defRPr>
            </a:lvl1pPr>
            <a:lvl2pPr marL="360000" indent="-360000">
              <a:spcBef>
                <a:spcPts val="9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platzhalter 13"/>
          <p:cNvSpPr>
            <a:spLocks noGrp="1"/>
          </p:cNvSpPr>
          <p:nvPr>
            <p:ph type="body" sz="quarter" idx="19"/>
          </p:nvPr>
        </p:nvSpPr>
        <p:spPr>
          <a:xfrm>
            <a:off x="432000" y="4905312"/>
            <a:ext cx="4428000" cy="133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8"/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490F6D26-42FE-4D04-9BFE-EFF788FEAB4A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12" name="Foliennummernplatzhalter 1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79AD5-E28B-4C61-86B2-1D93D0F6427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19" name="Fußzeilenplatzhalter 20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474240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21"/>
          <p:cNvSpPr txBox="1">
            <a:spLocks noChangeArrowheads="1"/>
          </p:cNvSpPr>
          <p:nvPr userDrawn="1"/>
        </p:nvSpPr>
        <p:spPr bwMode="auto">
          <a:xfrm>
            <a:off x="468313" y="1008063"/>
            <a:ext cx="395287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b="1">
                <a:solidFill>
                  <a:srgbClr val="EBB700"/>
                </a:solidFill>
              </a:rPr>
              <a:t>S –</a:t>
            </a:r>
          </a:p>
        </p:txBody>
      </p:sp>
      <p:sp>
        <p:nvSpPr>
          <p:cNvPr id="8" name="Textfeld 22"/>
          <p:cNvSpPr txBox="1">
            <a:spLocks noChangeArrowheads="1"/>
          </p:cNvSpPr>
          <p:nvPr userDrawn="1"/>
        </p:nvSpPr>
        <p:spPr bwMode="auto">
          <a:xfrm>
            <a:off x="4760913" y="1008063"/>
            <a:ext cx="468312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b="1">
                <a:solidFill>
                  <a:schemeClr val="accent2"/>
                </a:solidFill>
              </a:rPr>
              <a:t>W –</a:t>
            </a:r>
          </a:p>
        </p:txBody>
      </p:sp>
      <p:sp>
        <p:nvSpPr>
          <p:cNvPr id="9" name="Textfeld 23"/>
          <p:cNvSpPr txBox="1">
            <a:spLocks noChangeArrowheads="1"/>
          </p:cNvSpPr>
          <p:nvPr userDrawn="1"/>
        </p:nvSpPr>
        <p:spPr bwMode="auto">
          <a:xfrm>
            <a:off x="882650" y="1008063"/>
            <a:ext cx="3635375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b="1">
                <a:solidFill>
                  <a:schemeClr val="tx2"/>
                </a:solidFill>
              </a:rPr>
              <a:t>Strength</a:t>
            </a:r>
          </a:p>
        </p:txBody>
      </p:sp>
      <p:sp>
        <p:nvSpPr>
          <p:cNvPr id="10" name="Textfeld 24"/>
          <p:cNvSpPr txBox="1">
            <a:spLocks noChangeArrowheads="1"/>
          </p:cNvSpPr>
          <p:nvPr userDrawn="1"/>
        </p:nvSpPr>
        <p:spPr bwMode="auto">
          <a:xfrm>
            <a:off x="5229225" y="1008063"/>
            <a:ext cx="3581400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b="1">
                <a:solidFill>
                  <a:schemeClr val="tx2"/>
                </a:solidFill>
              </a:rPr>
              <a:t>Weaknesses</a:t>
            </a:r>
          </a:p>
        </p:txBody>
      </p:sp>
      <p:sp>
        <p:nvSpPr>
          <p:cNvPr id="11" name="Textfeld 25"/>
          <p:cNvSpPr txBox="1"/>
          <p:nvPr userDrawn="1"/>
        </p:nvSpPr>
        <p:spPr>
          <a:xfrm>
            <a:off x="431800" y="269875"/>
            <a:ext cx="8243888" cy="323850"/>
          </a:xfrm>
          <a:prstGeom prst="rect">
            <a:avLst/>
          </a:prstGeom>
          <a:noFill/>
        </p:spPr>
        <p:txBody>
          <a:bodyPr wrap="none" lIns="36000" tIns="36000" rIns="36000" b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cap="all">
                <a:latin typeface="+mj-lt"/>
                <a:ea typeface="+mj-ea"/>
                <a:cs typeface="+mj-cs"/>
              </a:rPr>
              <a:t>SWOT</a:t>
            </a:r>
          </a:p>
        </p:txBody>
      </p:sp>
      <p:sp>
        <p:nvSpPr>
          <p:cNvPr id="12" name="Textfeld 26"/>
          <p:cNvSpPr txBox="1">
            <a:spLocks noChangeArrowheads="1"/>
          </p:cNvSpPr>
          <p:nvPr userDrawn="1"/>
        </p:nvSpPr>
        <p:spPr bwMode="auto">
          <a:xfrm>
            <a:off x="468313" y="3743325"/>
            <a:ext cx="358775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1600" b="1">
                <a:solidFill>
                  <a:srgbClr val="427730"/>
                </a:solidFill>
              </a:rPr>
              <a:t>O –</a:t>
            </a:r>
          </a:p>
        </p:txBody>
      </p:sp>
      <p:sp>
        <p:nvSpPr>
          <p:cNvPr id="13" name="Textfeld 30"/>
          <p:cNvSpPr txBox="1">
            <a:spLocks noChangeArrowheads="1"/>
          </p:cNvSpPr>
          <p:nvPr userDrawn="1"/>
        </p:nvSpPr>
        <p:spPr bwMode="auto">
          <a:xfrm>
            <a:off x="846138" y="3743325"/>
            <a:ext cx="3636962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1600" b="1">
                <a:solidFill>
                  <a:srgbClr val="58595B"/>
                </a:solidFill>
                <a:latin typeface="Arial-BoldMT"/>
              </a:rPr>
              <a:t>Opportunities</a:t>
            </a:r>
            <a:endParaRPr lang="de-DE" altLang="en-US" sz="1600"/>
          </a:p>
        </p:txBody>
      </p:sp>
      <p:sp>
        <p:nvSpPr>
          <p:cNvPr id="14" name="Textfeld 31"/>
          <p:cNvSpPr txBox="1">
            <a:spLocks noChangeArrowheads="1"/>
          </p:cNvSpPr>
          <p:nvPr userDrawn="1"/>
        </p:nvSpPr>
        <p:spPr bwMode="auto">
          <a:xfrm>
            <a:off x="4759325" y="3743325"/>
            <a:ext cx="323850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1600" b="1">
                <a:solidFill>
                  <a:srgbClr val="AA9C8F"/>
                </a:solidFill>
              </a:rPr>
              <a:t>T –</a:t>
            </a:r>
          </a:p>
        </p:txBody>
      </p:sp>
      <p:sp>
        <p:nvSpPr>
          <p:cNvPr id="15" name="Textfeld 32"/>
          <p:cNvSpPr txBox="1">
            <a:spLocks noChangeArrowheads="1"/>
          </p:cNvSpPr>
          <p:nvPr userDrawn="1"/>
        </p:nvSpPr>
        <p:spPr bwMode="auto">
          <a:xfrm>
            <a:off x="5102225" y="3743325"/>
            <a:ext cx="3708400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1600" b="1">
                <a:solidFill>
                  <a:srgbClr val="58595B"/>
                </a:solidFill>
                <a:latin typeface="Arial-BoldMT"/>
              </a:rPr>
              <a:t>Threats</a:t>
            </a:r>
            <a:endParaRPr lang="de-DE" altLang="en-US" sz="1600"/>
          </a:p>
        </p:txBody>
      </p:sp>
      <p:sp>
        <p:nvSpPr>
          <p:cNvPr id="6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21"/>
          </p:nvPr>
        </p:nvSpPr>
        <p:spPr>
          <a:xfrm>
            <a:off x="468000" y="1332000"/>
            <a:ext cx="4050000" cy="21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lIns="72000" tIns="72000" rIns="72000" bIns="72000"/>
          <a:lstStyle>
            <a:lvl1pPr marL="216000" indent="-216000">
              <a:buClr>
                <a:schemeClr val="accent4"/>
              </a:buClr>
              <a:buSzPct val="90000"/>
              <a:buFont typeface="Wingdings" pitchFamily="2" charset="2"/>
              <a:buChar char="§"/>
              <a:defRPr sz="1400"/>
            </a:lvl1pPr>
            <a:lvl2pPr marL="216000" indent="-216000">
              <a:spcBef>
                <a:spcPts val="0"/>
              </a:spcBef>
              <a:buClr>
                <a:schemeClr val="accent4"/>
              </a:buClr>
              <a:buSzPct val="90000"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platzhalter 17"/>
          <p:cNvSpPr>
            <a:spLocks noGrp="1"/>
          </p:cNvSpPr>
          <p:nvPr>
            <p:ph type="body" sz="quarter" idx="22"/>
          </p:nvPr>
        </p:nvSpPr>
        <p:spPr>
          <a:xfrm>
            <a:off x="4759905" y="1332000"/>
            <a:ext cx="4050000" cy="21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72000" tIns="72000" rIns="72000" bIns="72000"/>
          <a:lstStyle>
            <a:lvl1pPr marL="216000" indent="-216000">
              <a:buClr>
                <a:schemeClr val="accent2"/>
              </a:buClr>
              <a:buSzPct val="90000"/>
              <a:buFont typeface="Wingdings" pitchFamily="2" charset="2"/>
              <a:buChar char="§"/>
              <a:defRPr sz="1400"/>
            </a:lvl1pPr>
            <a:lvl2pPr marL="216000" indent="-216000">
              <a:spcBef>
                <a:spcPts val="0"/>
              </a:spcBef>
              <a:buClr>
                <a:schemeClr val="accent2"/>
              </a:buClr>
              <a:buSzPct val="90000"/>
              <a:defRPr lang="de-DE" sz="1400" kern="1200" smtClean="0">
                <a:solidFill>
                  <a:srgbClr val="585858"/>
                </a:solidFill>
                <a:latin typeface="+mn-lt"/>
                <a:ea typeface="+mn-ea"/>
                <a:cs typeface="Arial" pitchFamily="34" charset="0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platzhalter 17"/>
          <p:cNvSpPr>
            <a:spLocks noGrp="1"/>
          </p:cNvSpPr>
          <p:nvPr>
            <p:ph type="body" sz="quarter" idx="23"/>
          </p:nvPr>
        </p:nvSpPr>
        <p:spPr>
          <a:xfrm>
            <a:off x="468000" y="4068000"/>
            <a:ext cx="4050000" cy="216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lIns="72000" tIns="72000" rIns="72000" bIns="72000"/>
          <a:lstStyle>
            <a:lvl1pPr marL="216000" indent="-216000">
              <a:buClr>
                <a:schemeClr val="accent3"/>
              </a:buClr>
              <a:buSzPct val="90000"/>
              <a:buFont typeface="Wingdings" pitchFamily="2" charset="2"/>
              <a:buChar char="§"/>
              <a:defRPr sz="1400"/>
            </a:lvl1pPr>
            <a:lvl2pPr marL="216000" indent="-216000">
              <a:spcBef>
                <a:spcPts val="0"/>
              </a:spcBef>
              <a:buClr>
                <a:schemeClr val="accent3"/>
              </a:buClr>
              <a:buSzPct val="90000"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platzhalter 17"/>
          <p:cNvSpPr>
            <a:spLocks noGrp="1"/>
          </p:cNvSpPr>
          <p:nvPr>
            <p:ph type="body" sz="quarter" idx="24"/>
          </p:nvPr>
        </p:nvSpPr>
        <p:spPr>
          <a:xfrm>
            <a:off x="4760947" y="4068000"/>
            <a:ext cx="4050000" cy="2160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lIns="72000" tIns="72000" rIns="72000" bIns="72000"/>
          <a:lstStyle>
            <a:lvl1pPr marL="216000" indent="-216000">
              <a:buClr>
                <a:schemeClr val="accent5"/>
              </a:buClr>
              <a:buSzPct val="90000"/>
              <a:buFont typeface="Wingdings" pitchFamily="2" charset="2"/>
              <a:buChar char="§"/>
              <a:defRPr sz="1400"/>
            </a:lvl1pPr>
            <a:lvl2pPr marL="216000" indent="-216000">
              <a:spcBef>
                <a:spcPts val="0"/>
              </a:spcBef>
              <a:buClr>
                <a:schemeClr val="accent5"/>
              </a:buClr>
              <a:buSzPct val="90000"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Datumsplatzhalter 27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C10D0DD1-65CA-4996-88D2-04EF7227227B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17" name="Foliennummernplatzhalter 28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7412C8-8273-4B47-B3D3-8393DE63CE77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22" name="Fußzeilenplatzhalter 29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242271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008063"/>
            <a:ext cx="838835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feld 11"/>
          <p:cNvSpPr txBox="1"/>
          <p:nvPr userDrawn="1"/>
        </p:nvSpPr>
        <p:spPr>
          <a:xfrm>
            <a:off x="431800" y="269875"/>
            <a:ext cx="8243888" cy="323850"/>
          </a:xfrm>
          <a:prstGeom prst="rect">
            <a:avLst/>
          </a:prstGeom>
          <a:noFill/>
        </p:spPr>
        <p:txBody>
          <a:bodyPr wrap="none" lIns="36000" tIns="36000" rIns="36000" bIns="3600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b="1" cap="all">
                <a:latin typeface="+mj-lt"/>
                <a:ea typeface="+mj-ea"/>
                <a:cs typeface="+mj-cs"/>
              </a:rPr>
              <a:t>Questions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B26924BA-A1F1-4574-A13E-3B867E5249D6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42EE2D-765A-4D76-9C3A-55DBB39CCF5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167021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 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008063"/>
            <a:ext cx="838835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Textplatzhalter 3"/>
          <p:cNvSpPr>
            <a:spLocks noGrp="1"/>
          </p:cNvSpPr>
          <p:nvPr>
            <p:ph type="body" sz="half" idx="2"/>
          </p:nvPr>
        </p:nvSpPr>
        <p:spPr>
          <a:xfrm>
            <a:off x="432000" y="594000"/>
            <a:ext cx="8388000" cy="324000"/>
          </a:xfrm>
          <a:prstGeom prst="rect">
            <a:avLst/>
          </a:prstGeom>
        </p:spPr>
        <p:txBody>
          <a:bodyPr wrap="none" tIns="0" bIns="0" anchor="ctr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1115616" y="1296000"/>
            <a:ext cx="7272808" cy="4392488"/>
          </a:xfrm>
          <a:prstGeom prst="rect">
            <a:avLst/>
          </a:prstGeom>
        </p:spPr>
        <p:txBody>
          <a:bodyPr/>
          <a:lstStyle>
            <a:lvl1pPr marL="324000" indent="-324000">
              <a:spcBef>
                <a:spcPts val="1500"/>
              </a:spcBef>
              <a:buFont typeface="Arial" pitchFamily="34" charset="0"/>
              <a:buChar char="■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umsplatzhalter 1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DCF4DD9A-D5E8-498D-BFF9-4B0593E30CA7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Foliennummernplatzhalt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43F13-4AC5-4CC1-9EA5-6D31AA3B39B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8" name="Fußzeilenplatzhalt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41299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ihandform 9"/>
          <p:cNvSpPr>
            <a:spLocks noChangeAspect="1"/>
          </p:cNvSpPr>
          <p:nvPr userDrawn="1"/>
        </p:nvSpPr>
        <p:spPr>
          <a:xfrm>
            <a:off x="452438" y="468313"/>
            <a:ext cx="8388350" cy="5749925"/>
          </a:xfrm>
          <a:custGeom>
            <a:avLst/>
            <a:gdLst>
              <a:gd name="connsiteX0" fmla="*/ 0 w 8139659"/>
              <a:gd name="connsiteY0" fmla="*/ 5231567 h 5246557"/>
              <a:gd name="connsiteX1" fmla="*/ 0 w 8139659"/>
              <a:gd name="connsiteY1" fmla="*/ 2758190 h 5246557"/>
              <a:gd name="connsiteX2" fmla="*/ 749508 w 8139659"/>
              <a:gd name="connsiteY2" fmla="*/ 359764 h 5246557"/>
              <a:gd name="connsiteX3" fmla="*/ 8139659 w 8139659"/>
              <a:gd name="connsiteY3" fmla="*/ 0 h 5246557"/>
              <a:gd name="connsiteX4" fmla="*/ 8139659 w 8139659"/>
              <a:gd name="connsiteY4" fmla="*/ 5246557 h 5246557"/>
              <a:gd name="connsiteX5" fmla="*/ 0 w 8139659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58147 w 8148298"/>
              <a:gd name="connsiteY2" fmla="*/ 35976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857428 w 8148298"/>
              <a:gd name="connsiteY2" fmla="*/ 614065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14523 w 8148298"/>
              <a:gd name="connsiteY2" fmla="*/ 45432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51178 w 8151178"/>
              <a:gd name="connsiteY4" fmla="*/ 5246557 h 5326429"/>
              <a:gd name="connsiteX5" fmla="*/ 2880 w 8151178"/>
              <a:gd name="connsiteY5" fmla="*/ 5326429 h 5326429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48444 w 8151178"/>
              <a:gd name="connsiteY4" fmla="*/ 5326428 h 5326429"/>
              <a:gd name="connsiteX5" fmla="*/ 2880 w 8151178"/>
              <a:gd name="connsiteY5" fmla="*/ 5326429 h 5326429"/>
              <a:gd name="connsiteX0" fmla="*/ 2880 w 8156142"/>
              <a:gd name="connsiteY0" fmla="*/ 5263326 h 5263326"/>
              <a:gd name="connsiteX1" fmla="*/ 2880 w 8156142"/>
              <a:gd name="connsiteY1" fmla="*/ 2467856 h 5263326"/>
              <a:gd name="connsiteX2" fmla="*/ 717403 w 8156142"/>
              <a:gd name="connsiteY2" fmla="*/ 391221 h 5263326"/>
              <a:gd name="connsiteX3" fmla="*/ 8156142 w 8156142"/>
              <a:gd name="connsiteY3" fmla="*/ 0 h 5263326"/>
              <a:gd name="connsiteX4" fmla="*/ 8148444 w 8156142"/>
              <a:gd name="connsiteY4" fmla="*/ 5263325 h 5263326"/>
              <a:gd name="connsiteX5" fmla="*/ 2880 w 8156142"/>
              <a:gd name="connsiteY5" fmla="*/ 5263326 h 5263326"/>
              <a:gd name="connsiteX0" fmla="*/ 2880 w 8161107"/>
              <a:gd name="connsiteY0" fmla="*/ 5084282 h 5084282"/>
              <a:gd name="connsiteX1" fmla="*/ 2880 w 8161107"/>
              <a:gd name="connsiteY1" fmla="*/ 2288812 h 5084282"/>
              <a:gd name="connsiteX2" fmla="*/ 717403 w 8161107"/>
              <a:gd name="connsiteY2" fmla="*/ 212177 h 5084282"/>
              <a:gd name="connsiteX3" fmla="*/ 8161107 w 8161107"/>
              <a:gd name="connsiteY3" fmla="*/ 0 h 5084282"/>
              <a:gd name="connsiteX4" fmla="*/ 8148444 w 8161107"/>
              <a:gd name="connsiteY4" fmla="*/ 5084281 h 5084282"/>
              <a:gd name="connsiteX5" fmla="*/ 2880 w 8161107"/>
              <a:gd name="connsiteY5" fmla="*/ 5084282 h 5084282"/>
              <a:gd name="connsiteX0" fmla="*/ 2880 w 8149355"/>
              <a:gd name="connsiteY0" fmla="*/ 5253734 h 5253734"/>
              <a:gd name="connsiteX1" fmla="*/ 2880 w 8149355"/>
              <a:gd name="connsiteY1" fmla="*/ 2458264 h 5253734"/>
              <a:gd name="connsiteX2" fmla="*/ 717403 w 8149355"/>
              <a:gd name="connsiteY2" fmla="*/ 381629 h 5253734"/>
              <a:gd name="connsiteX3" fmla="*/ 8132792 w 8149355"/>
              <a:gd name="connsiteY3" fmla="*/ 0 h 5253734"/>
              <a:gd name="connsiteX4" fmla="*/ 8148444 w 8149355"/>
              <a:gd name="connsiteY4" fmla="*/ 5253733 h 5253734"/>
              <a:gd name="connsiteX5" fmla="*/ 2880 w 8149355"/>
              <a:gd name="connsiteY5" fmla="*/ 5253734 h 5253734"/>
              <a:gd name="connsiteX0" fmla="*/ 2880 w 8132792"/>
              <a:gd name="connsiteY0" fmla="*/ 5253734 h 5253734"/>
              <a:gd name="connsiteX1" fmla="*/ 2880 w 8132792"/>
              <a:gd name="connsiteY1" fmla="*/ 2458264 h 5253734"/>
              <a:gd name="connsiteX2" fmla="*/ 717403 w 8132792"/>
              <a:gd name="connsiteY2" fmla="*/ 381629 h 5253734"/>
              <a:gd name="connsiteX3" fmla="*/ 8132792 w 8132792"/>
              <a:gd name="connsiteY3" fmla="*/ 0 h 5253734"/>
              <a:gd name="connsiteX4" fmla="*/ 8110083 w 8132792"/>
              <a:gd name="connsiteY4" fmla="*/ 5150637 h 5253734"/>
              <a:gd name="connsiteX5" fmla="*/ 2880 w 8132792"/>
              <a:gd name="connsiteY5" fmla="*/ 5253734 h 5253734"/>
              <a:gd name="connsiteX0" fmla="*/ 2880 w 8132792"/>
              <a:gd name="connsiteY0" fmla="*/ 5253734 h 5293008"/>
              <a:gd name="connsiteX1" fmla="*/ 2880 w 8132792"/>
              <a:gd name="connsiteY1" fmla="*/ 2458264 h 5293008"/>
              <a:gd name="connsiteX2" fmla="*/ 717403 w 8132792"/>
              <a:gd name="connsiteY2" fmla="*/ 381629 h 5293008"/>
              <a:gd name="connsiteX3" fmla="*/ 8132792 w 8132792"/>
              <a:gd name="connsiteY3" fmla="*/ 0 h 5293008"/>
              <a:gd name="connsiteX4" fmla="*/ 8120333 w 8132792"/>
              <a:gd name="connsiteY4" fmla="*/ 5293008 h 5293008"/>
              <a:gd name="connsiteX5" fmla="*/ 2880 w 8132792"/>
              <a:gd name="connsiteY5" fmla="*/ 5253734 h 5293008"/>
              <a:gd name="connsiteX0" fmla="*/ 2880 w 8171357"/>
              <a:gd name="connsiteY0" fmla="*/ 5284090 h 5293008"/>
              <a:gd name="connsiteX1" fmla="*/ 41445 w 8171357"/>
              <a:gd name="connsiteY1" fmla="*/ 2458264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  <a:gd name="connsiteX0" fmla="*/ 2880 w 8171357"/>
              <a:gd name="connsiteY0" fmla="*/ 5284090 h 5293008"/>
              <a:gd name="connsiteX1" fmla="*/ 7033 w 8171357"/>
              <a:gd name="connsiteY1" fmla="*/ 2737944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  <a:gd name="connsiteX0" fmla="*/ 2880 w 8171357"/>
              <a:gd name="connsiteY0" fmla="*/ 5284090 h 5293008"/>
              <a:gd name="connsiteX1" fmla="*/ 157111 w 8171357"/>
              <a:gd name="connsiteY1" fmla="*/ 2723403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  <a:gd name="connsiteX0" fmla="*/ 2880 w 8171357"/>
              <a:gd name="connsiteY0" fmla="*/ 5284090 h 5293008"/>
              <a:gd name="connsiteX1" fmla="*/ 4155 w 8171357"/>
              <a:gd name="connsiteY1" fmla="*/ 2715553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71357" h="5293008">
                <a:moveTo>
                  <a:pt x="2880" y="5284090"/>
                </a:moveTo>
                <a:cubicBezTo>
                  <a:pt x="0" y="4383887"/>
                  <a:pt x="7035" y="3615756"/>
                  <a:pt x="4155" y="2715553"/>
                </a:cubicBezTo>
                <a:lnTo>
                  <a:pt x="755968" y="381629"/>
                </a:lnTo>
                <a:lnTo>
                  <a:pt x="8171357" y="0"/>
                </a:lnTo>
                <a:cubicBezTo>
                  <a:pt x="8170446" y="1775476"/>
                  <a:pt x="8159809" y="3517532"/>
                  <a:pt x="8158898" y="5293008"/>
                </a:cubicBezTo>
                <a:lnTo>
                  <a:pt x="2880" y="528409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cxnSp>
        <p:nvCxnSpPr>
          <p:cNvPr id="13" name="Gerade Verbindung 14"/>
          <p:cNvCxnSpPr/>
          <p:nvPr userDrawn="1"/>
        </p:nvCxnSpPr>
        <p:spPr>
          <a:xfrm>
            <a:off x="1711325" y="4657725"/>
            <a:ext cx="518318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feld 11"/>
          <p:cNvSpPr txBox="1"/>
          <p:nvPr userDrawn="1"/>
        </p:nvSpPr>
        <p:spPr>
          <a:xfrm>
            <a:off x="1692275" y="4941888"/>
            <a:ext cx="5472113" cy="863600"/>
          </a:xfrm>
          <a:prstGeom prst="rect">
            <a:avLst/>
          </a:prstGeom>
        </p:spPr>
        <p:txBody>
          <a:bodyPr lIns="36000" tIns="36000" rIns="36000" bIns="36000"/>
          <a:lstStyle/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en-US" sz="1200" dirty="0">
                <a:solidFill>
                  <a:schemeClr val="bg1"/>
                </a:solidFill>
                <a:latin typeface="+mn-lt"/>
              </a:rPr>
              <a:t>ELCA Information Technology (Vietnam) Limited</a:t>
            </a: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00" dirty="0">
                <a:solidFill>
                  <a:schemeClr val="bg1"/>
                </a:solidFill>
                <a:latin typeface="+mn-lt"/>
              </a:rPr>
              <a:t>Melody-2 Tower | 7th floor | N1 Dien Bien Phu</a:t>
            </a: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00" dirty="0">
                <a:solidFill>
                  <a:schemeClr val="bg1"/>
                </a:solidFill>
                <a:latin typeface="+mn-lt"/>
              </a:rPr>
              <a:t>Binh Thanh District | Hochiminh City, Vietnam</a:t>
            </a: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endParaRPr lang="de-DE" sz="1050" dirty="0">
              <a:solidFill>
                <a:schemeClr val="bg1"/>
              </a:solidFill>
              <a:latin typeface="+mn-lt"/>
            </a:endParaRP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600" dirty="0">
                <a:solidFill>
                  <a:schemeClr val="bg1"/>
                </a:solidFill>
                <a:latin typeface="+mn-lt"/>
              </a:rPr>
              <a:t>www.elca.vn</a:t>
            </a:r>
          </a:p>
        </p:txBody>
      </p:sp>
      <p:sp>
        <p:nvSpPr>
          <p:cNvPr id="15" name="Textfeld 20"/>
          <p:cNvSpPr txBox="1">
            <a:spLocks noChangeArrowheads="1"/>
          </p:cNvSpPr>
          <p:nvPr userDrawn="1"/>
        </p:nvSpPr>
        <p:spPr bwMode="auto">
          <a:xfrm>
            <a:off x="1682750" y="3141663"/>
            <a:ext cx="38512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0" rIns="3600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1200" b="1">
                <a:solidFill>
                  <a:schemeClr val="bg1"/>
                </a:solidFill>
              </a:rPr>
              <a:t>Contact</a:t>
            </a:r>
          </a:p>
        </p:txBody>
      </p:sp>
      <p:sp>
        <p:nvSpPr>
          <p:cNvPr id="16" name="Textfeld 22"/>
          <p:cNvSpPr txBox="1">
            <a:spLocks noChangeArrowheads="1"/>
          </p:cNvSpPr>
          <p:nvPr userDrawn="1"/>
        </p:nvSpPr>
        <p:spPr bwMode="auto">
          <a:xfrm>
            <a:off x="1644650" y="1600200"/>
            <a:ext cx="374332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2400" b="1">
                <a:solidFill>
                  <a:schemeClr val="bg1"/>
                </a:solidFill>
              </a:rPr>
              <a:t>Thank you</a:t>
            </a:r>
            <a:r>
              <a:rPr lang="de-DE" altLang="en-US" sz="2400" b="1">
                <a:solidFill>
                  <a:schemeClr val="bg1"/>
                </a:solidFill>
                <a:latin typeface="ArialMT"/>
              </a:rPr>
              <a:t>.</a:t>
            </a:r>
            <a:endParaRPr lang="de-DE" altLang="en-US"/>
          </a:p>
          <a:p>
            <a:endParaRPr lang="de-DE" altLang="en-US"/>
          </a:p>
        </p:txBody>
      </p:sp>
      <p:sp>
        <p:nvSpPr>
          <p:cNvPr id="18" name="Textfeld 13"/>
          <p:cNvSpPr txBox="1">
            <a:spLocks noChangeArrowheads="1"/>
          </p:cNvSpPr>
          <p:nvPr userDrawn="1"/>
        </p:nvSpPr>
        <p:spPr bwMode="auto">
          <a:xfrm>
            <a:off x="6767513" y="6480175"/>
            <a:ext cx="720725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900">
                <a:solidFill>
                  <a:schemeClr val="tx2"/>
                </a:solidFill>
              </a:rPr>
              <a:t>|    © ELCA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idx="14"/>
          </p:nvPr>
        </p:nvSpPr>
        <p:spPr>
          <a:xfrm>
            <a:off x="1682155" y="3358800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platzhalter 2"/>
          <p:cNvSpPr>
            <a:spLocks noGrp="1"/>
          </p:cNvSpPr>
          <p:nvPr>
            <p:ph type="body" idx="19"/>
          </p:nvPr>
        </p:nvSpPr>
        <p:spPr>
          <a:xfrm>
            <a:off x="1681200" y="3609048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platzhalter 2"/>
          <p:cNvSpPr>
            <a:spLocks noGrp="1"/>
          </p:cNvSpPr>
          <p:nvPr>
            <p:ph type="body" idx="20"/>
          </p:nvPr>
        </p:nvSpPr>
        <p:spPr>
          <a:xfrm>
            <a:off x="1681200" y="3861048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platzhalter 2"/>
          <p:cNvSpPr>
            <a:spLocks noGrp="1"/>
          </p:cNvSpPr>
          <p:nvPr>
            <p:ph type="body" idx="21"/>
          </p:nvPr>
        </p:nvSpPr>
        <p:spPr>
          <a:xfrm>
            <a:off x="1682155" y="4113104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platzhalter 2"/>
          <p:cNvSpPr>
            <a:spLocks noGrp="1"/>
          </p:cNvSpPr>
          <p:nvPr>
            <p:ph type="body" idx="22"/>
          </p:nvPr>
        </p:nvSpPr>
        <p:spPr>
          <a:xfrm>
            <a:off x="1682155" y="4365104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platzhalter 2"/>
          <p:cNvSpPr>
            <a:spLocks noGrp="1"/>
          </p:cNvSpPr>
          <p:nvPr>
            <p:ph type="body" idx="23"/>
          </p:nvPr>
        </p:nvSpPr>
        <p:spPr>
          <a:xfrm>
            <a:off x="3851920" y="3358800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platzhalter 2"/>
          <p:cNvSpPr>
            <a:spLocks noGrp="1"/>
          </p:cNvSpPr>
          <p:nvPr>
            <p:ph type="body" idx="24"/>
          </p:nvPr>
        </p:nvSpPr>
        <p:spPr>
          <a:xfrm>
            <a:off x="3852000" y="3610800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platzhalter 2"/>
          <p:cNvSpPr>
            <a:spLocks noGrp="1"/>
          </p:cNvSpPr>
          <p:nvPr>
            <p:ph type="body" idx="25"/>
          </p:nvPr>
        </p:nvSpPr>
        <p:spPr>
          <a:xfrm>
            <a:off x="3850965" y="3862800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platzhalter 2"/>
          <p:cNvSpPr>
            <a:spLocks noGrp="1"/>
          </p:cNvSpPr>
          <p:nvPr>
            <p:ph type="body" idx="26"/>
          </p:nvPr>
        </p:nvSpPr>
        <p:spPr>
          <a:xfrm>
            <a:off x="3851920" y="4114800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platzhalter 2"/>
          <p:cNvSpPr>
            <a:spLocks noGrp="1"/>
          </p:cNvSpPr>
          <p:nvPr>
            <p:ph type="body" idx="27"/>
          </p:nvPr>
        </p:nvSpPr>
        <p:spPr>
          <a:xfrm>
            <a:off x="3851920" y="4366800"/>
            <a:ext cx="2160000" cy="25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>
                <a:schemeClr val="bg1"/>
              </a:buClr>
              <a:buFont typeface="+mj-lt"/>
              <a:buNone/>
              <a:tabLst>
                <a:tab pos="361950" algn="l"/>
              </a:tabLst>
              <a:defRPr sz="12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Datumsplatzhalter 15"/>
          <p:cNvSpPr>
            <a:spLocks noGrp="1"/>
          </p:cNvSpPr>
          <p:nvPr>
            <p:ph type="dt" sz="half" idx="2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BDD9F638-509D-414B-9265-241F282D8691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21" name="Foliennummernplatzhalter 18"/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7A84-BFB2-410E-8051-39FFC4C5231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23" name="Fußzeilenplatzhalter 19"/>
          <p:cNvSpPr>
            <a:spLocks noGrp="1"/>
          </p:cNvSpPr>
          <p:nvPr>
            <p:ph type="ftr" sz="quarter" idx="30"/>
          </p:nvPr>
        </p:nvSpPr>
        <p:spPr>
          <a:xfrm>
            <a:off x="3671888" y="6480175"/>
            <a:ext cx="3060700" cy="215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5210726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 9"/>
          <p:cNvSpPr>
            <a:spLocks noChangeAspect="1"/>
          </p:cNvSpPr>
          <p:nvPr userDrawn="1"/>
        </p:nvSpPr>
        <p:spPr>
          <a:xfrm>
            <a:off x="452438" y="468313"/>
            <a:ext cx="8388350" cy="5749925"/>
          </a:xfrm>
          <a:custGeom>
            <a:avLst/>
            <a:gdLst>
              <a:gd name="connsiteX0" fmla="*/ 0 w 8139659"/>
              <a:gd name="connsiteY0" fmla="*/ 5231567 h 5246557"/>
              <a:gd name="connsiteX1" fmla="*/ 0 w 8139659"/>
              <a:gd name="connsiteY1" fmla="*/ 2758190 h 5246557"/>
              <a:gd name="connsiteX2" fmla="*/ 749508 w 8139659"/>
              <a:gd name="connsiteY2" fmla="*/ 359764 h 5246557"/>
              <a:gd name="connsiteX3" fmla="*/ 8139659 w 8139659"/>
              <a:gd name="connsiteY3" fmla="*/ 0 h 5246557"/>
              <a:gd name="connsiteX4" fmla="*/ 8139659 w 8139659"/>
              <a:gd name="connsiteY4" fmla="*/ 5246557 h 5246557"/>
              <a:gd name="connsiteX5" fmla="*/ 0 w 8139659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58147 w 8148298"/>
              <a:gd name="connsiteY2" fmla="*/ 35976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857428 w 8148298"/>
              <a:gd name="connsiteY2" fmla="*/ 614065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8639 w 8148298"/>
              <a:gd name="connsiteY0" fmla="*/ 5231567 h 5246557"/>
              <a:gd name="connsiteX1" fmla="*/ 0 w 8148298"/>
              <a:gd name="connsiteY1" fmla="*/ 2530959 h 5246557"/>
              <a:gd name="connsiteX2" fmla="*/ 714523 w 8148298"/>
              <a:gd name="connsiteY2" fmla="*/ 454324 h 5246557"/>
              <a:gd name="connsiteX3" fmla="*/ 8148298 w 8148298"/>
              <a:gd name="connsiteY3" fmla="*/ 0 h 5246557"/>
              <a:gd name="connsiteX4" fmla="*/ 8148298 w 8148298"/>
              <a:gd name="connsiteY4" fmla="*/ 5246557 h 5246557"/>
              <a:gd name="connsiteX5" fmla="*/ 8639 w 8148298"/>
              <a:gd name="connsiteY5" fmla="*/ 5231567 h 5246557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51178 w 8151178"/>
              <a:gd name="connsiteY4" fmla="*/ 5246557 h 5326429"/>
              <a:gd name="connsiteX5" fmla="*/ 2880 w 8151178"/>
              <a:gd name="connsiteY5" fmla="*/ 5326429 h 5326429"/>
              <a:gd name="connsiteX0" fmla="*/ 2880 w 8151178"/>
              <a:gd name="connsiteY0" fmla="*/ 5326429 h 5326429"/>
              <a:gd name="connsiteX1" fmla="*/ 2880 w 8151178"/>
              <a:gd name="connsiteY1" fmla="*/ 2530959 h 5326429"/>
              <a:gd name="connsiteX2" fmla="*/ 717403 w 8151178"/>
              <a:gd name="connsiteY2" fmla="*/ 454324 h 5326429"/>
              <a:gd name="connsiteX3" fmla="*/ 8151178 w 8151178"/>
              <a:gd name="connsiteY3" fmla="*/ 0 h 5326429"/>
              <a:gd name="connsiteX4" fmla="*/ 8148444 w 8151178"/>
              <a:gd name="connsiteY4" fmla="*/ 5326428 h 5326429"/>
              <a:gd name="connsiteX5" fmla="*/ 2880 w 8151178"/>
              <a:gd name="connsiteY5" fmla="*/ 5326429 h 5326429"/>
              <a:gd name="connsiteX0" fmla="*/ 2880 w 8156142"/>
              <a:gd name="connsiteY0" fmla="*/ 5263326 h 5263326"/>
              <a:gd name="connsiteX1" fmla="*/ 2880 w 8156142"/>
              <a:gd name="connsiteY1" fmla="*/ 2467856 h 5263326"/>
              <a:gd name="connsiteX2" fmla="*/ 717403 w 8156142"/>
              <a:gd name="connsiteY2" fmla="*/ 391221 h 5263326"/>
              <a:gd name="connsiteX3" fmla="*/ 8156142 w 8156142"/>
              <a:gd name="connsiteY3" fmla="*/ 0 h 5263326"/>
              <a:gd name="connsiteX4" fmla="*/ 8148444 w 8156142"/>
              <a:gd name="connsiteY4" fmla="*/ 5263325 h 5263326"/>
              <a:gd name="connsiteX5" fmla="*/ 2880 w 8156142"/>
              <a:gd name="connsiteY5" fmla="*/ 5263326 h 5263326"/>
              <a:gd name="connsiteX0" fmla="*/ 2880 w 8161107"/>
              <a:gd name="connsiteY0" fmla="*/ 5084282 h 5084282"/>
              <a:gd name="connsiteX1" fmla="*/ 2880 w 8161107"/>
              <a:gd name="connsiteY1" fmla="*/ 2288812 h 5084282"/>
              <a:gd name="connsiteX2" fmla="*/ 717403 w 8161107"/>
              <a:gd name="connsiteY2" fmla="*/ 212177 h 5084282"/>
              <a:gd name="connsiteX3" fmla="*/ 8161107 w 8161107"/>
              <a:gd name="connsiteY3" fmla="*/ 0 h 5084282"/>
              <a:gd name="connsiteX4" fmla="*/ 8148444 w 8161107"/>
              <a:gd name="connsiteY4" fmla="*/ 5084281 h 5084282"/>
              <a:gd name="connsiteX5" fmla="*/ 2880 w 8161107"/>
              <a:gd name="connsiteY5" fmla="*/ 5084282 h 5084282"/>
              <a:gd name="connsiteX0" fmla="*/ 2880 w 8149355"/>
              <a:gd name="connsiteY0" fmla="*/ 5253734 h 5253734"/>
              <a:gd name="connsiteX1" fmla="*/ 2880 w 8149355"/>
              <a:gd name="connsiteY1" fmla="*/ 2458264 h 5253734"/>
              <a:gd name="connsiteX2" fmla="*/ 717403 w 8149355"/>
              <a:gd name="connsiteY2" fmla="*/ 381629 h 5253734"/>
              <a:gd name="connsiteX3" fmla="*/ 8132792 w 8149355"/>
              <a:gd name="connsiteY3" fmla="*/ 0 h 5253734"/>
              <a:gd name="connsiteX4" fmla="*/ 8148444 w 8149355"/>
              <a:gd name="connsiteY4" fmla="*/ 5253733 h 5253734"/>
              <a:gd name="connsiteX5" fmla="*/ 2880 w 8149355"/>
              <a:gd name="connsiteY5" fmla="*/ 5253734 h 5253734"/>
              <a:gd name="connsiteX0" fmla="*/ 2880 w 8132792"/>
              <a:gd name="connsiteY0" fmla="*/ 5253734 h 5253734"/>
              <a:gd name="connsiteX1" fmla="*/ 2880 w 8132792"/>
              <a:gd name="connsiteY1" fmla="*/ 2458264 h 5253734"/>
              <a:gd name="connsiteX2" fmla="*/ 717403 w 8132792"/>
              <a:gd name="connsiteY2" fmla="*/ 381629 h 5253734"/>
              <a:gd name="connsiteX3" fmla="*/ 8132792 w 8132792"/>
              <a:gd name="connsiteY3" fmla="*/ 0 h 5253734"/>
              <a:gd name="connsiteX4" fmla="*/ 8110083 w 8132792"/>
              <a:gd name="connsiteY4" fmla="*/ 5150637 h 5253734"/>
              <a:gd name="connsiteX5" fmla="*/ 2880 w 8132792"/>
              <a:gd name="connsiteY5" fmla="*/ 5253734 h 5253734"/>
              <a:gd name="connsiteX0" fmla="*/ 2880 w 8132792"/>
              <a:gd name="connsiteY0" fmla="*/ 5253734 h 5293008"/>
              <a:gd name="connsiteX1" fmla="*/ 2880 w 8132792"/>
              <a:gd name="connsiteY1" fmla="*/ 2458264 h 5293008"/>
              <a:gd name="connsiteX2" fmla="*/ 717403 w 8132792"/>
              <a:gd name="connsiteY2" fmla="*/ 381629 h 5293008"/>
              <a:gd name="connsiteX3" fmla="*/ 8132792 w 8132792"/>
              <a:gd name="connsiteY3" fmla="*/ 0 h 5293008"/>
              <a:gd name="connsiteX4" fmla="*/ 8120333 w 8132792"/>
              <a:gd name="connsiteY4" fmla="*/ 5293008 h 5293008"/>
              <a:gd name="connsiteX5" fmla="*/ 2880 w 8132792"/>
              <a:gd name="connsiteY5" fmla="*/ 5253734 h 5293008"/>
              <a:gd name="connsiteX0" fmla="*/ 2880 w 8171357"/>
              <a:gd name="connsiteY0" fmla="*/ 5284090 h 5293008"/>
              <a:gd name="connsiteX1" fmla="*/ 41445 w 8171357"/>
              <a:gd name="connsiteY1" fmla="*/ 2458264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  <a:gd name="connsiteX0" fmla="*/ 2880 w 8171357"/>
              <a:gd name="connsiteY0" fmla="*/ 5284090 h 5293008"/>
              <a:gd name="connsiteX1" fmla="*/ 7033 w 8171357"/>
              <a:gd name="connsiteY1" fmla="*/ 2737944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  <a:gd name="connsiteX0" fmla="*/ 2880 w 8171357"/>
              <a:gd name="connsiteY0" fmla="*/ 5284090 h 5293008"/>
              <a:gd name="connsiteX1" fmla="*/ 157111 w 8171357"/>
              <a:gd name="connsiteY1" fmla="*/ 2723403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  <a:gd name="connsiteX0" fmla="*/ 2880 w 8171357"/>
              <a:gd name="connsiteY0" fmla="*/ 5284090 h 5293008"/>
              <a:gd name="connsiteX1" fmla="*/ 4155 w 8171357"/>
              <a:gd name="connsiteY1" fmla="*/ 2715553 h 5293008"/>
              <a:gd name="connsiteX2" fmla="*/ 755968 w 8171357"/>
              <a:gd name="connsiteY2" fmla="*/ 381629 h 5293008"/>
              <a:gd name="connsiteX3" fmla="*/ 8171357 w 8171357"/>
              <a:gd name="connsiteY3" fmla="*/ 0 h 5293008"/>
              <a:gd name="connsiteX4" fmla="*/ 8158898 w 8171357"/>
              <a:gd name="connsiteY4" fmla="*/ 5293008 h 5293008"/>
              <a:gd name="connsiteX5" fmla="*/ 2880 w 8171357"/>
              <a:gd name="connsiteY5" fmla="*/ 5284090 h 5293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71357" h="5293008">
                <a:moveTo>
                  <a:pt x="2880" y="5284090"/>
                </a:moveTo>
                <a:cubicBezTo>
                  <a:pt x="0" y="4383887"/>
                  <a:pt x="7035" y="3615756"/>
                  <a:pt x="4155" y="2715553"/>
                </a:cubicBezTo>
                <a:lnTo>
                  <a:pt x="755968" y="381629"/>
                </a:lnTo>
                <a:lnTo>
                  <a:pt x="8171357" y="0"/>
                </a:lnTo>
                <a:cubicBezTo>
                  <a:pt x="8170446" y="1775476"/>
                  <a:pt x="8159809" y="3517532"/>
                  <a:pt x="8158898" y="5293008"/>
                </a:cubicBezTo>
                <a:lnTo>
                  <a:pt x="2880" y="528409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DE"/>
          </a:p>
        </p:txBody>
      </p:sp>
      <p:cxnSp>
        <p:nvCxnSpPr>
          <p:cNvPr id="4" name="Gerade Verbindung 14"/>
          <p:cNvCxnSpPr/>
          <p:nvPr userDrawn="1"/>
        </p:nvCxnSpPr>
        <p:spPr>
          <a:xfrm>
            <a:off x="1711325" y="4657725"/>
            <a:ext cx="518318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10"/>
          <p:cNvSpPr txBox="1"/>
          <p:nvPr userDrawn="1"/>
        </p:nvSpPr>
        <p:spPr>
          <a:xfrm>
            <a:off x="1682750" y="2555875"/>
            <a:ext cx="1366838" cy="1771650"/>
          </a:xfrm>
          <a:prstGeom prst="rect">
            <a:avLst/>
          </a:prstGeom>
        </p:spPr>
        <p:txBody>
          <a:bodyPr lIns="36000" tIns="126000" rIns="36000" bIns="36000"/>
          <a:lstStyle/>
          <a:p>
            <a:pPr marL="361950" indent="-361950" fontAlgn="auto">
              <a:spcBef>
                <a:spcPts val="17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50">
                <a:solidFill>
                  <a:schemeClr val="bg1"/>
                </a:solidFill>
                <a:latin typeface="+mn-lt"/>
              </a:rPr>
              <a:t>Signatur</a:t>
            </a:r>
          </a:p>
          <a:p>
            <a:pPr marL="361950" indent="-361950" fontAlgn="auto">
              <a:spcBef>
                <a:spcPts val="17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50">
                <a:solidFill>
                  <a:schemeClr val="bg1"/>
                </a:solidFill>
                <a:latin typeface="+mn-lt"/>
              </a:rPr>
              <a:t>Version</a:t>
            </a:r>
          </a:p>
          <a:p>
            <a:pPr marL="361950" indent="-361950" fontAlgn="auto">
              <a:spcBef>
                <a:spcPts val="17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50">
                <a:solidFill>
                  <a:schemeClr val="bg1"/>
                </a:solidFill>
                <a:latin typeface="+mn-lt"/>
              </a:rPr>
              <a:t>Project No</a:t>
            </a:r>
          </a:p>
          <a:p>
            <a:pPr marL="361950" indent="-361950" fontAlgn="auto">
              <a:spcBef>
                <a:spcPts val="17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50">
                <a:solidFill>
                  <a:schemeClr val="bg1"/>
                </a:solidFill>
                <a:latin typeface="+mn-lt"/>
              </a:rPr>
              <a:t>Imputations-Nr.</a:t>
            </a:r>
          </a:p>
          <a:p>
            <a:pPr marL="361950" indent="-361950" fontAlgn="auto">
              <a:spcBef>
                <a:spcPts val="17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50">
                <a:solidFill>
                  <a:schemeClr val="bg1"/>
                </a:solidFill>
                <a:latin typeface="+mn-lt"/>
              </a:rPr>
              <a:t>History</a:t>
            </a:r>
          </a:p>
        </p:txBody>
      </p:sp>
      <p:sp>
        <p:nvSpPr>
          <p:cNvPr id="6" name="Textfeld 11"/>
          <p:cNvSpPr txBox="1"/>
          <p:nvPr userDrawn="1"/>
        </p:nvSpPr>
        <p:spPr>
          <a:xfrm>
            <a:off x="1692275" y="4941888"/>
            <a:ext cx="5400675" cy="863600"/>
          </a:xfrm>
          <a:prstGeom prst="rect">
            <a:avLst/>
          </a:prstGeom>
        </p:spPr>
        <p:txBody>
          <a:bodyPr lIns="36000" tIns="36000" rIns="36000" bIns="36000"/>
          <a:lstStyle/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200" dirty="0">
                <a:solidFill>
                  <a:schemeClr val="bg1"/>
                </a:solidFill>
                <a:latin typeface="+mn-lt"/>
              </a:rPr>
              <a:t>ELCA Information Technology (Vietnam) Limited</a:t>
            </a: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00" dirty="0">
                <a:solidFill>
                  <a:schemeClr val="bg1"/>
                </a:solidFill>
                <a:latin typeface="+mn-lt"/>
              </a:rPr>
              <a:t>Melody-2 Tower | 7th floor | N1 Dien Bien Phu</a:t>
            </a: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000" dirty="0">
                <a:solidFill>
                  <a:schemeClr val="bg1"/>
                </a:solidFill>
                <a:latin typeface="+mn-lt"/>
              </a:rPr>
              <a:t>Binh Thanh District | Hochiminh City, Vietnam</a:t>
            </a: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endParaRPr lang="de-DE" sz="1050" dirty="0">
              <a:solidFill>
                <a:schemeClr val="bg1"/>
              </a:solidFill>
              <a:latin typeface="+mn-lt"/>
            </a:endParaRPr>
          </a:p>
          <a:p>
            <a:pPr marL="361950" indent="-361950" fontAlgn="auto">
              <a:spcBef>
                <a:spcPts val="300"/>
              </a:spcBef>
              <a:spcAft>
                <a:spcPts val="0"/>
              </a:spcAft>
              <a:buClr>
                <a:schemeClr val="bg1"/>
              </a:buClr>
              <a:buFont typeface="+mj-lt"/>
              <a:buNone/>
              <a:defRPr/>
            </a:pPr>
            <a:r>
              <a:rPr lang="de-DE" sz="1600">
                <a:solidFill>
                  <a:schemeClr val="bg1"/>
                </a:solidFill>
                <a:latin typeface="+mn-lt"/>
              </a:rPr>
              <a:t>www.elca.vn</a:t>
            </a:r>
            <a:endParaRPr lang="de-DE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feld 20"/>
          <p:cNvSpPr txBox="1">
            <a:spLocks noChangeArrowheads="1"/>
          </p:cNvSpPr>
          <p:nvPr userDrawn="1"/>
        </p:nvSpPr>
        <p:spPr bwMode="auto">
          <a:xfrm>
            <a:off x="6767513" y="6480175"/>
            <a:ext cx="720725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de-DE" altLang="en-US" sz="900">
                <a:solidFill>
                  <a:schemeClr val="tx2"/>
                </a:solidFill>
              </a:rPr>
              <a:t>|    © ELCA</a:t>
            </a:r>
          </a:p>
        </p:txBody>
      </p:sp>
      <p:sp>
        <p:nvSpPr>
          <p:cNvPr id="18" name="Textplatzhalter 2"/>
          <p:cNvSpPr>
            <a:spLocks noGrp="1"/>
          </p:cNvSpPr>
          <p:nvPr>
            <p:ph type="body" idx="15"/>
          </p:nvPr>
        </p:nvSpPr>
        <p:spPr>
          <a:xfrm>
            <a:off x="3059832" y="2556000"/>
            <a:ext cx="5184576" cy="187220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800"/>
              </a:spcBef>
              <a:buClr>
                <a:schemeClr val="bg1"/>
              </a:buClr>
              <a:buFont typeface="+mj-lt"/>
              <a:buNone/>
              <a:defRPr sz="1800" b="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8" name="Datumsplatzhalter 16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| 	</a:t>
            </a:r>
            <a:fld id="{1F23BDEF-CABC-4C73-8EEF-58D7405076D5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9" name="Foliennummernplatzhalter 1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54D12-B114-4037-A8D0-68932ED08B1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10" name="Fußzeilenplatzhalter 19"/>
          <p:cNvSpPr>
            <a:spLocks noGrp="1"/>
          </p:cNvSpPr>
          <p:nvPr>
            <p:ph type="ftr" sz="quarter" idx="18"/>
          </p:nvPr>
        </p:nvSpPr>
        <p:spPr>
          <a:xfrm>
            <a:off x="3671888" y="6480175"/>
            <a:ext cx="3060700" cy="2159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96962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642225" y="6480175"/>
            <a:ext cx="935038" cy="215900"/>
          </a:xfrm>
          <a:prstGeom prst="rect">
            <a:avLst/>
          </a:prstGeom>
        </p:spPr>
        <p:txBody>
          <a:bodyPr vert="horz" wrap="none" lIns="0" tIns="36000" rIns="0" bIns="3600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tabLst>
                <a:tab pos="468000" algn="ctr"/>
                <a:tab pos="936000" algn="r"/>
              </a:tabLst>
              <a:defRPr sz="1000" smtClean="0">
                <a:solidFill>
                  <a:srgbClr val="585858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de-DE"/>
              <a:t>| 	</a:t>
            </a:r>
            <a:fld id="{EF0BF269-5C50-41C3-9A2E-D8BD31BE4EE5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31800" y="269875"/>
            <a:ext cx="8388350" cy="323850"/>
          </a:xfrm>
          <a:prstGeom prst="rect">
            <a:avLst/>
          </a:prstGeom>
        </p:spPr>
        <p:txBody>
          <a:bodyPr vert="horz" wrap="none" lIns="36000" tIns="0" rIns="36000" bIns="0" rtlCol="0" anchor="ctr" anchorCtr="0">
            <a:no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546600" y="6480175"/>
            <a:ext cx="3059113" cy="215900"/>
          </a:xfrm>
          <a:prstGeom prst="rect">
            <a:avLst/>
          </a:prstGeom>
        </p:spPr>
        <p:txBody>
          <a:bodyPr vert="horz" wrap="none" lIns="36000" tIns="36000" rIns="72000" bIns="3600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 smtClean="0">
                <a:solidFill>
                  <a:srgbClr val="585858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de-DE"/>
              <a:t>Presentation Title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77263" y="6480175"/>
            <a:ext cx="252412" cy="215900"/>
          </a:xfrm>
          <a:prstGeom prst="rect">
            <a:avLst/>
          </a:prstGeom>
        </p:spPr>
        <p:txBody>
          <a:bodyPr vert="horz" wrap="none" lIns="36000" tIns="36000" rIns="0" bIns="3600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 smtClean="0">
                <a:solidFill>
                  <a:srgbClr val="585858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5009B1A-6AA6-4180-86C2-8005F7E1DD46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cxnSp>
        <p:nvCxnSpPr>
          <p:cNvPr id="12" name="Gerade Verbindung 11"/>
          <p:cNvCxnSpPr/>
          <p:nvPr/>
        </p:nvCxnSpPr>
        <p:spPr>
          <a:xfrm>
            <a:off x="449263" y="185738"/>
            <a:ext cx="8226425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/>
        </p:nvCxnSpPr>
        <p:spPr>
          <a:xfrm>
            <a:off x="449263" y="185738"/>
            <a:ext cx="838835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9"/>
          <p:cNvCxnSpPr/>
          <p:nvPr/>
        </p:nvCxnSpPr>
        <p:spPr>
          <a:xfrm>
            <a:off x="450850" y="6372225"/>
            <a:ext cx="838835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3" name="Textplatzhalter 14"/>
          <p:cNvSpPr>
            <a:spLocks noGrp="1"/>
          </p:cNvSpPr>
          <p:nvPr>
            <p:ph type="body" idx="1"/>
          </p:nvPr>
        </p:nvSpPr>
        <p:spPr bwMode="auto">
          <a:xfrm>
            <a:off x="431800" y="1008063"/>
            <a:ext cx="8388350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Textmasterformate durch Klicken bearbeiten</a:t>
            </a:r>
          </a:p>
          <a:p>
            <a:pPr lvl="1"/>
            <a:r>
              <a:rPr lang="de-DE" altLang="en-US"/>
              <a:t>Zweite Ebene</a:t>
            </a:r>
          </a:p>
          <a:p>
            <a:pPr lvl="2"/>
            <a:r>
              <a:rPr lang="de-DE" altLang="en-US"/>
              <a:t>Dritte Ebene</a:t>
            </a:r>
          </a:p>
          <a:p>
            <a:pPr lvl="3"/>
            <a:r>
              <a:rPr lang="de-DE" altLang="en-US"/>
              <a:t>Vierte Ebene</a:t>
            </a:r>
          </a:p>
          <a:p>
            <a:pPr lvl="4"/>
            <a:r>
              <a:rPr lang="de-DE" altLang="en-US"/>
              <a:t>Fünfte Ebene</a:t>
            </a:r>
          </a:p>
        </p:txBody>
      </p:sp>
      <p:pic>
        <p:nvPicPr>
          <p:cNvPr id="1034" name="Grafik 10" descr="ELCA_C2_rgb_positive_72dpi.png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232" b="-4584"/>
          <a:stretch>
            <a:fillRect/>
          </a:stretch>
        </p:blipFill>
        <p:spPr bwMode="auto">
          <a:xfrm>
            <a:off x="457200" y="6453188"/>
            <a:ext cx="9461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39" r:id="rId7"/>
    <p:sldLayoutId id="2147483742" r:id="rId8"/>
    <p:sldLayoutId id="2147483740" r:id="rId9"/>
    <p:sldLayoutId id="2147483741" r:id="rId10"/>
    <p:sldLayoutId id="2147483726" r:id="rId11"/>
    <p:sldLayoutId id="2147483711" r:id="rId12"/>
    <p:sldLayoutId id="2147483712" r:id="rId13"/>
    <p:sldLayoutId id="2147483727" r:id="rId14"/>
    <p:sldLayoutId id="2147483728" r:id="rId15"/>
    <p:sldLayoutId id="2147483713" r:id="rId16"/>
    <p:sldLayoutId id="2147483714" r:id="rId17"/>
    <p:sldLayoutId id="2147483715" r:id="rId18"/>
    <p:sldLayoutId id="2147483716" r:id="rId19"/>
    <p:sldLayoutId id="2147483717" r:id="rId20"/>
    <p:sldLayoutId id="2147483718" r:id="rId21"/>
    <p:sldLayoutId id="2147483719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b="1" kern="1200" cap="all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b="1">
          <a:solidFill>
            <a:schemeClr val="tx1"/>
          </a:solidFill>
          <a:latin typeface="Arial" pitchFamily="34" charset="0"/>
        </a:defRPr>
      </a:lvl9pPr>
    </p:titleStyle>
    <p:bodyStyle>
      <a:lvl1pPr marL="323850" indent="-323850" algn="l" rtl="0" fontAlgn="base">
        <a:spcBef>
          <a:spcPts val="900"/>
        </a:spcBef>
        <a:spcAft>
          <a:spcPct val="0"/>
        </a:spcAft>
        <a:buClr>
          <a:srgbClr val="D2492A"/>
        </a:buClr>
        <a:buFont typeface="Arial" pitchFamily="34" charset="0"/>
        <a:buChar char="■"/>
        <a:defRPr kern="1200">
          <a:solidFill>
            <a:srgbClr val="585858"/>
          </a:solidFill>
          <a:latin typeface="+mn-lt"/>
          <a:ea typeface="+mn-ea"/>
          <a:cs typeface="Arial" pitchFamily="34" charset="0"/>
        </a:defRPr>
      </a:lvl1pPr>
      <a:lvl2pPr marL="719138" indent="-323850" algn="l" rtl="0" fontAlgn="base">
        <a:spcBef>
          <a:spcPts val="900"/>
        </a:spcBef>
        <a:spcAft>
          <a:spcPct val="0"/>
        </a:spcAft>
        <a:buClr>
          <a:srgbClr val="D2492A"/>
        </a:buClr>
        <a:buFont typeface="Wingdings" pitchFamily="2" charset="2"/>
        <a:buChar char="§"/>
        <a:defRPr kern="1200">
          <a:solidFill>
            <a:srgbClr val="585858"/>
          </a:solidFill>
          <a:latin typeface="+mn-lt"/>
          <a:ea typeface="+mn-ea"/>
          <a:cs typeface="Arial" pitchFamily="34" charset="0"/>
        </a:defRPr>
      </a:lvl2pPr>
      <a:lvl3pPr marL="1044575" indent="-342900" algn="l" rtl="0" fontAlgn="base">
        <a:spcBef>
          <a:spcPts val="900"/>
        </a:spcBef>
        <a:spcAft>
          <a:spcPct val="0"/>
        </a:spcAft>
        <a:buClr>
          <a:srgbClr val="D2492A"/>
        </a:buClr>
        <a:buFont typeface="Symbol" pitchFamily="18" charset="2"/>
        <a:buChar char="-"/>
        <a:defRPr kern="1200">
          <a:solidFill>
            <a:srgbClr val="585858"/>
          </a:solidFill>
          <a:latin typeface="+mn-lt"/>
          <a:ea typeface="+mn-ea"/>
          <a:cs typeface="Arial" pitchFamily="34" charset="0"/>
        </a:defRPr>
      </a:lvl3pPr>
      <a:lvl4pPr marL="1435100" indent="-323850" algn="l" defTabSz="895350" rtl="0" fontAlgn="base">
        <a:spcBef>
          <a:spcPts val="900"/>
        </a:spcBef>
        <a:spcAft>
          <a:spcPct val="0"/>
        </a:spcAft>
        <a:buClr>
          <a:srgbClr val="D2492A"/>
        </a:buClr>
        <a:buFont typeface="Arial Unicode MS" pitchFamily="34" charset="-128"/>
        <a:buChar char="➔"/>
        <a:defRPr lang="de-DE" kern="1200">
          <a:solidFill>
            <a:srgbClr val="585858"/>
          </a:solidFill>
          <a:latin typeface="+mn-lt"/>
          <a:ea typeface="+mn-ea"/>
          <a:cs typeface="Arial" pitchFamily="34" charset="0"/>
        </a:defRPr>
      </a:lvl4pPr>
      <a:lvl5pPr marL="1787525" indent="-323850" algn="l" rtl="0" fontAlgn="base">
        <a:spcBef>
          <a:spcPts val="900"/>
        </a:spcBef>
        <a:spcAft>
          <a:spcPct val="0"/>
        </a:spcAft>
        <a:buClr>
          <a:srgbClr val="D2492A"/>
        </a:buClr>
        <a:buFont typeface="Arial" pitchFamily="34" charset="0"/>
        <a:buChar char="»"/>
        <a:defRPr kern="1200">
          <a:solidFill>
            <a:srgbClr val="585858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Know-how - Concepts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Application Security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 presentation for newcomers</a:t>
            </a:r>
          </a:p>
          <a:p>
            <a:r>
              <a:rPr lang="en-US" dirty="0"/>
              <a:t>by HNH, PHD, VVT, COH</a:t>
            </a:r>
          </a:p>
          <a:p>
            <a:r>
              <a:rPr lang="en-US" dirty="0"/>
              <a:t>04.2017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223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Objectives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Introduce security aspects</a:t>
            </a:r>
          </a:p>
          <a:p>
            <a:r>
              <a:rPr lang="en-US" dirty="0">
                <a:solidFill>
                  <a:schemeClr val="tx1"/>
                </a:solidFill>
              </a:rPr>
              <a:t>Understand various solutions for security issues (only 3-tiers applications are considered)</a:t>
            </a:r>
          </a:p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508" name="Datumsplatzhalter 3"/>
          <p:cNvSpPr>
            <a:spLocks noGrp="1"/>
          </p:cNvSpPr>
          <p:nvPr>
            <p:ph type="dt" sz="half" idx="2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en-US">
                <a:solidFill>
                  <a:srgbClr val="585858"/>
                </a:solidFill>
              </a:rPr>
              <a:t>| 	</a:t>
            </a:r>
            <a:fld id="{676F7F63-1E23-462D-B634-CD319E5033A2}" type="datetime1">
              <a:rPr lang="en-US" altLang="en-US" smtClean="0">
                <a:solidFill>
                  <a:srgbClr val="585858"/>
                </a:solidFill>
              </a:rPr>
              <a:t>9/3/2026</a:t>
            </a:fld>
            <a:r>
              <a:rPr lang="de-DE" altLang="en-US">
                <a:solidFill>
                  <a:srgbClr val="585858"/>
                </a:solidFill>
              </a:rPr>
              <a:t>	 |</a:t>
            </a:r>
          </a:p>
        </p:txBody>
      </p:sp>
      <p:sp>
        <p:nvSpPr>
          <p:cNvPr id="21509" name="Foliennummernplatzhalter 4"/>
          <p:cNvSpPr>
            <a:spLocks noGrp="1"/>
          </p:cNvSpPr>
          <p:nvPr>
            <p:ph type="sldNum" sz="quarter" idx="2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C46762B-21EE-4C98-9D68-EC25BDC0E3D8}" type="slidenum">
              <a:rPr lang="de-DE" altLang="en-US">
                <a:solidFill>
                  <a:srgbClr val="585858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de-DE" altLang="en-US">
              <a:solidFill>
                <a:srgbClr val="585858"/>
              </a:solidFill>
            </a:endParaRPr>
          </a:p>
        </p:txBody>
      </p:sp>
      <p:sp>
        <p:nvSpPr>
          <p:cNvPr id="21510" name="Fußzeilenplatzhalter 5"/>
          <p:cNvSpPr>
            <a:spLocks noGrp="1"/>
          </p:cNvSpPr>
          <p:nvPr>
            <p:ph type="ftr" sz="quarter" idx="2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en-US" dirty="0">
                <a:solidFill>
                  <a:srgbClr val="585858"/>
                </a:solidFill>
              </a:rPr>
              <a:t>© ELCA VN 2017 v1.6</a:t>
            </a:r>
          </a:p>
        </p:txBody>
      </p:sp>
    </p:spTree>
    <p:extLst>
      <p:ext uri="{BB962C8B-B14F-4D97-AF65-F5344CB8AC3E}">
        <p14:creationId xmlns:p14="http://schemas.microsoft.com/office/powerpoint/2010/main" val="390454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Contents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Security aspects-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Confidentiality-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Authentication -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Authorization-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Application based security -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Limiting access to subset of data -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Services access protection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GUI application access control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Exercises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	</a:t>
            </a:r>
            <a:fld id="{AE81D632-9CC4-4CDA-AE06-C7AFFDB26090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endParaRPr lang="de-DE" dirty="0"/>
          </a:p>
          <a:p>
            <a:pPr>
              <a:defRPr/>
            </a:pPr>
            <a:r>
              <a:rPr lang="de-DE" dirty="0"/>
              <a:t>© ELCA VN 2017 v1.6</a:t>
            </a:r>
          </a:p>
          <a:p>
            <a:pPr>
              <a:defRPr/>
            </a:pP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54141EE-5654-495E-8EFD-8948465C2482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3599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Security Aspects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Application oriented</a:t>
            </a:r>
          </a:p>
          <a:p>
            <a:r>
              <a:rPr lang="en-US" altLang="en-US">
                <a:solidFill>
                  <a:schemeClr val="tx1"/>
                </a:solidFill>
              </a:rPr>
              <a:t>Confidentiality: only authorized individuals can access or modify classified data</a:t>
            </a: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Infrastructure </a:t>
            </a:r>
            <a:r>
              <a:rPr lang="en-US" altLang="en-US" dirty="0">
                <a:solidFill>
                  <a:schemeClr val="tx1"/>
                </a:solidFill>
              </a:rPr>
              <a:t>oriented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Integrity: 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accessed data is guaranteed to be correct at any time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no intruder can tamper data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Availability: system is available at any time, under any conditions</a:t>
            </a: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We focus on the </a:t>
            </a: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Confidentiality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	</a:t>
            </a:r>
            <a:fld id="{AE81D632-9CC4-4CDA-AE06-C7AFFDB26090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54141EE-5654-495E-8EFD-8948465C2482}" type="slidenum">
              <a:rPr lang="de-DE" smtClean="0"/>
              <a:pPr>
                <a:defRPr/>
              </a:pPr>
              <a:t>4</a:t>
            </a:fld>
            <a:endParaRPr lang="de-DE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5"/>
          </p:nvPr>
        </p:nvSpPr>
        <p:spPr>
          <a:xfrm>
            <a:off x="4546600" y="6480175"/>
            <a:ext cx="3059113" cy="215900"/>
          </a:xfrm>
        </p:spPr>
        <p:txBody>
          <a:bodyPr/>
          <a:lstStyle/>
          <a:p>
            <a:pPr>
              <a:defRPr/>
            </a:pPr>
            <a:endParaRPr lang="de-DE" dirty="0"/>
          </a:p>
          <a:p>
            <a:pPr>
              <a:defRPr/>
            </a:pPr>
            <a:r>
              <a:rPr lang="de-DE" dirty="0"/>
              <a:t>© ELCA VN 2017 v1.6</a:t>
            </a:r>
          </a:p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45751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Confidentiality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Authentication</a:t>
            </a:r>
            <a:r>
              <a:rPr lang="en-US" altLang="en-US" dirty="0">
                <a:solidFill>
                  <a:schemeClr val="tx1"/>
                </a:solidFill>
              </a:rPr>
              <a:t>: any individual must prove he is the one he claims </a:t>
            </a:r>
            <a:r>
              <a:rPr lang="en-US" altLang="en-US">
                <a:solidFill>
                  <a:schemeClr val="tx1"/>
                </a:solidFill>
              </a:rPr>
              <a:t>to be</a:t>
            </a:r>
            <a:endParaRPr lang="en-US" altLang="en-US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login with account and confidential password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check finger prints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check iris...</a:t>
            </a: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Authorization</a:t>
            </a:r>
            <a:r>
              <a:rPr lang="en-US" altLang="en-US" dirty="0">
                <a:solidFill>
                  <a:schemeClr val="tx1"/>
                </a:solidFill>
              </a:rPr>
              <a:t>: any authenticated individual can only access data or features that he is </a:t>
            </a:r>
            <a:r>
              <a:rPr lang="en-US" altLang="en-US">
                <a:solidFill>
                  <a:schemeClr val="tx1"/>
                </a:solidFill>
              </a:rPr>
              <a:t>allowed to</a:t>
            </a: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one individual has Roles (Credentials)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one </a:t>
            </a: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Role determines a list of rights to access </a:t>
            </a:r>
            <a:r>
              <a:rPr lang="en-US" altLang="en-US" dirty="0">
                <a:solidFill>
                  <a:schemeClr val="tx1"/>
                </a:solidFill>
              </a:rPr>
              <a:t>data or features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	</a:t>
            </a:r>
            <a:fld id="{AE81D632-9CC4-4CDA-AE06-C7AFFDB26090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54141EE-5654-495E-8EFD-8948465C2482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5"/>
          </p:nvPr>
        </p:nvSpPr>
        <p:spPr>
          <a:xfrm>
            <a:off x="4546600" y="6480175"/>
            <a:ext cx="3059113" cy="215900"/>
          </a:xfrm>
        </p:spPr>
        <p:txBody>
          <a:bodyPr/>
          <a:lstStyle/>
          <a:p>
            <a:pPr>
              <a:defRPr/>
            </a:pPr>
            <a:endParaRPr lang="de-DE" dirty="0"/>
          </a:p>
          <a:p>
            <a:pPr>
              <a:defRPr/>
            </a:pPr>
            <a:r>
              <a:rPr lang="de-DE" dirty="0"/>
              <a:t>© ELCA VN 2017 v1.6</a:t>
            </a:r>
          </a:p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8671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Confidentiality (Cont.)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Audit</a:t>
            </a:r>
            <a:r>
              <a:rPr lang="en-US" altLang="en-US" dirty="0">
                <a:solidFill>
                  <a:schemeClr val="tx1"/>
                </a:solidFill>
              </a:rPr>
              <a:t>: a “security administrator” must have access to security information</a:t>
            </a:r>
          </a:p>
          <a:p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“audit logs” of unauthorized attempts </a:t>
            </a:r>
            <a:r>
              <a:rPr lang="en-US" altLang="en-US" dirty="0">
                <a:solidFill>
                  <a:schemeClr val="tx1"/>
                </a:solidFill>
              </a:rPr>
              <a:t>or critical authorized access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nobody can modify or destroy this information (non-repudiation)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get evidence (</a:t>
            </a: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proof) that some individual misbehaved with the system</a:t>
            </a: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Assurance</a:t>
            </a:r>
            <a:r>
              <a:rPr lang="en-US" altLang="en-US" dirty="0">
                <a:solidFill>
                  <a:schemeClr val="tx1"/>
                </a:solidFill>
              </a:rPr>
              <a:t>: </a:t>
            </a:r>
            <a:r>
              <a:rPr lang="en-US" altLang="en-US">
                <a:solidFill>
                  <a:schemeClr val="tx1"/>
                </a:solidFill>
              </a:rPr>
              <a:t>gives certitude </a:t>
            </a:r>
            <a:r>
              <a:rPr lang="en-US" altLang="en-US" dirty="0">
                <a:solidFill>
                  <a:schemeClr val="tx1"/>
                </a:solidFill>
              </a:rPr>
              <a:t>that the system keeps it security promises</a:t>
            </a:r>
          </a:p>
          <a:p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security mechanisms have “no” bugs or security holes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protection mechanisms are always </a:t>
            </a:r>
            <a:r>
              <a:rPr lang="en-US" altLang="en-US">
                <a:solidFill>
                  <a:schemeClr val="tx1"/>
                </a:solidFill>
              </a:rPr>
              <a:t>enforced by </a:t>
            </a:r>
            <a:r>
              <a:rPr lang="en-US" altLang="en-US" dirty="0">
                <a:solidFill>
                  <a:schemeClr val="tx1"/>
                </a:solidFill>
              </a:rPr>
              <a:t>the system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there is no way to </a:t>
            </a:r>
            <a:r>
              <a:rPr lang="en-US" altLang="en-US">
                <a:solidFill>
                  <a:schemeClr val="tx1"/>
                </a:solidFill>
              </a:rPr>
              <a:t>circumvent the </a:t>
            </a:r>
            <a:r>
              <a:rPr lang="en-US" altLang="en-US" dirty="0">
                <a:solidFill>
                  <a:schemeClr val="tx1"/>
                </a:solidFill>
              </a:rPr>
              <a:t>protection mechanisms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610" name="Datumsplatzhalter 9"/>
          <p:cNvSpPr>
            <a:spLocks noGrp="1"/>
          </p:cNvSpPr>
          <p:nvPr>
            <p:ph type="dt" sz="half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en-US">
                <a:solidFill>
                  <a:srgbClr val="585858"/>
                </a:solidFill>
              </a:rPr>
              <a:t>| 	</a:t>
            </a:r>
            <a:fld id="{5F13B376-0DDF-4F22-857D-D98CEC15351B}" type="datetime1">
              <a:rPr lang="en-US" altLang="en-US" smtClean="0">
                <a:solidFill>
                  <a:srgbClr val="585858"/>
                </a:solidFill>
              </a:rPr>
              <a:t>9/3/2026</a:t>
            </a:fld>
            <a:r>
              <a:rPr lang="de-DE" altLang="en-US">
                <a:solidFill>
                  <a:srgbClr val="585858"/>
                </a:solidFill>
              </a:rPr>
              <a:t>	 |</a:t>
            </a:r>
          </a:p>
        </p:txBody>
      </p:sp>
      <p:sp>
        <p:nvSpPr>
          <p:cNvPr id="25611" name="Foliennummernplatzhalter 10"/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0CAA249-E723-4D4C-BAE9-5CC117BD9796}" type="slidenum">
              <a:rPr lang="de-DE" altLang="en-US">
                <a:solidFill>
                  <a:srgbClr val="585858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de-DE" altLang="en-US">
              <a:solidFill>
                <a:srgbClr val="585858"/>
              </a:solidFill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5"/>
          </p:nvPr>
        </p:nvSpPr>
        <p:spPr>
          <a:xfrm>
            <a:off x="4546600" y="6480175"/>
            <a:ext cx="3059113" cy="215900"/>
          </a:xfrm>
        </p:spPr>
        <p:txBody>
          <a:bodyPr/>
          <a:lstStyle/>
          <a:p>
            <a:pPr>
              <a:defRPr/>
            </a:pPr>
            <a:endParaRPr lang="de-DE" dirty="0"/>
          </a:p>
          <a:p>
            <a:pPr>
              <a:defRPr/>
            </a:pPr>
            <a:r>
              <a:rPr lang="de-DE" dirty="0"/>
              <a:t>© ELCA VN 2017 v1.6</a:t>
            </a:r>
          </a:p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4218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highlight>
                  <a:srgbClr val="FFFF00"/>
                </a:highlight>
              </a:rPr>
              <a:t>Authentication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Purpose: be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sure about the identity of a user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The identity defines one (or more) unique characteristics of an individual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Several ways (depending on the required security level)</a:t>
            </a:r>
          </a:p>
          <a:p>
            <a:r>
              <a:rPr lang="en-US" dirty="0">
                <a:solidFill>
                  <a:schemeClr val="tx1"/>
                </a:solidFill>
              </a:rPr>
              <a:t>login through account and “secret”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password</a:t>
            </a:r>
            <a:r>
              <a:rPr lang="en-US" dirty="0">
                <a:solidFill>
                  <a:schemeClr val="tx1"/>
                </a:solidFill>
              </a:rPr>
              <a:t> (most often)</a:t>
            </a:r>
          </a:p>
          <a:p>
            <a:r>
              <a:rPr lang="en-US" dirty="0">
                <a:solidFill>
                  <a:schemeClr val="tx1"/>
                </a:solidFill>
              </a:rPr>
              <a:t>login through a magnetic or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chip-card</a:t>
            </a:r>
            <a:r>
              <a:rPr lang="en-US" dirty="0">
                <a:solidFill>
                  <a:schemeClr val="tx1"/>
                </a:solidFill>
              </a:rPr>
              <a:t> (in ATM, shops, companies)</a:t>
            </a:r>
          </a:p>
          <a:p>
            <a:r>
              <a:rPr lang="en-US" dirty="0">
                <a:solidFill>
                  <a:schemeClr val="tx1"/>
                </a:solidFill>
              </a:rPr>
              <a:t>login through voice recognition (at FBI offices)</a:t>
            </a:r>
          </a:p>
          <a:p>
            <a:r>
              <a:rPr lang="en-US" dirty="0">
                <a:solidFill>
                  <a:schemeClr val="tx1"/>
                </a:solidFill>
              </a:rPr>
              <a:t>login through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finger prints </a:t>
            </a:r>
            <a:r>
              <a:rPr lang="en-US" dirty="0">
                <a:solidFill>
                  <a:schemeClr val="tx1"/>
                </a:solidFill>
              </a:rPr>
              <a:t>scan </a:t>
            </a:r>
          </a:p>
          <a:p>
            <a:r>
              <a:rPr lang="en-US" dirty="0">
                <a:solidFill>
                  <a:schemeClr val="tx1"/>
                </a:solidFill>
              </a:rPr>
              <a:t>login through iris analysis (at DoD)</a:t>
            </a:r>
          </a:p>
          <a:p>
            <a:r>
              <a:rPr lang="en-US" dirty="0">
                <a:solidFill>
                  <a:schemeClr val="tx1"/>
                </a:solidFill>
              </a:rPr>
              <a:t>Login through ELCARD</a:t>
            </a:r>
          </a:p>
          <a:p>
            <a:r>
              <a:rPr lang="en-US" dirty="0">
                <a:solidFill>
                  <a:schemeClr val="tx1"/>
                </a:solidFill>
              </a:rPr>
              <a:t>…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The system must store characteristics for each user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We will focus on the account/password login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	</a:t>
            </a:r>
            <a:fld id="{AE81D632-9CC4-4CDA-AE06-C7AFFDB26090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54141EE-5654-495E-8EFD-8948465C2482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5"/>
          </p:nvPr>
        </p:nvSpPr>
        <p:spPr>
          <a:xfrm>
            <a:off x="4546600" y="6480175"/>
            <a:ext cx="3059113" cy="215900"/>
          </a:xfrm>
        </p:spPr>
        <p:txBody>
          <a:bodyPr/>
          <a:lstStyle/>
          <a:p>
            <a:pPr>
              <a:defRPr/>
            </a:pPr>
            <a:endParaRPr lang="de-DE" dirty="0"/>
          </a:p>
          <a:p>
            <a:pPr>
              <a:defRPr/>
            </a:pPr>
            <a:r>
              <a:rPr lang="de-DE" dirty="0"/>
              <a:t>© ELCA VN 2017 v1.6</a:t>
            </a:r>
          </a:p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50561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Authentication (Cont.)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Login through Account and Password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not 100% secure (password is easily “stolen” or “given”)</a:t>
            </a: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Precautions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password input must be safe </a:t>
            </a: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(don’t display it on the screen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password </a:t>
            </a: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transmission must be secure </a:t>
            </a:r>
            <a:r>
              <a:rPr lang="en-US" altLang="en-US" dirty="0">
                <a:solidFill>
                  <a:schemeClr val="tx1"/>
                </a:solidFill>
              </a:rPr>
              <a:t>(avoid network spying)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empty or too </a:t>
            </a: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simple password should be forbidden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password should be changed often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password must </a:t>
            </a: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not be stored “in clear</a:t>
            </a:r>
            <a:r>
              <a:rPr lang="en-US" altLang="en-US" dirty="0">
                <a:solidFill>
                  <a:schemeClr val="tx1"/>
                </a:solidFill>
              </a:rPr>
              <a:t>” by the system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password should be encrypted with a </a:t>
            </a: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one-way</a:t>
            </a:r>
            <a:r>
              <a:rPr lang="en-US" altLang="en-US" dirty="0">
                <a:solidFill>
                  <a:schemeClr val="tx1"/>
                </a:solidFill>
              </a:rPr>
              <a:t> algorithm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user should be </a:t>
            </a: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logged out after some period of inactivity</a:t>
            </a:r>
          </a:p>
          <a:p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quit application after 3 failed login attempts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...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	</a:t>
            </a:r>
            <a:fld id="{0B4BFA07-7BF1-4243-B8A1-4A69DA246BEC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85D9E8B-D38F-4088-ABD0-754C65F45702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5"/>
          </p:nvPr>
        </p:nvSpPr>
        <p:spPr>
          <a:xfrm>
            <a:off x="4546600" y="6480175"/>
            <a:ext cx="3059113" cy="215900"/>
          </a:xfrm>
        </p:spPr>
        <p:txBody>
          <a:bodyPr/>
          <a:lstStyle/>
          <a:p>
            <a:pPr>
              <a:defRPr/>
            </a:pPr>
            <a:endParaRPr lang="de-DE" dirty="0"/>
          </a:p>
          <a:p>
            <a:pPr>
              <a:defRPr/>
            </a:pPr>
            <a:r>
              <a:rPr lang="de-DE" dirty="0"/>
              <a:t>© ELCA VN 2017 v1.6</a:t>
            </a:r>
          </a:p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47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highlight>
                  <a:srgbClr val="FFFF00"/>
                </a:highlight>
              </a:rPr>
              <a:t>Authorization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	</a:t>
            </a:r>
            <a:fld id="{AE81D632-9CC4-4CDA-AE06-C7AFFDB26090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54141EE-5654-495E-8EFD-8948465C2482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dirty="0">
                <a:solidFill>
                  <a:schemeClr val="tx1"/>
                </a:solidFill>
              </a:rPr>
              <a:t>Purpose: be </a:t>
            </a: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sure a user only accesses what</a:t>
            </a:r>
            <a:r>
              <a:rPr lang="en-US" altLang="en-US" dirty="0">
                <a:solidFill>
                  <a:schemeClr val="tx1"/>
                </a:solidFill>
              </a:rPr>
              <a:t> he is </a:t>
            </a: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granted</a:t>
            </a:r>
          </a:p>
          <a:p>
            <a:pPr marL="0" indent="0" eaLnBrk="1" hangingPunct="1">
              <a:buNone/>
            </a:pPr>
            <a:r>
              <a:rPr lang="en-US" altLang="en-US" dirty="0">
                <a:solidFill>
                  <a:schemeClr val="tx1"/>
                </a:solidFill>
              </a:rPr>
              <a:t>Several ways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protect access to data (essentially for 2-tier applications)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protect access to features (services) accessing data (3-tier)</a:t>
            </a:r>
          </a:p>
          <a:p>
            <a:pPr marL="0" indent="0" eaLnBrk="1" hangingPunct="1">
              <a:buNone/>
            </a:pPr>
            <a:r>
              <a:rPr lang="en-US" altLang="en-US" dirty="0">
                <a:solidFill>
                  <a:schemeClr val="tx1"/>
                </a:solidFill>
              </a:rPr>
              <a:t>Precautions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users may be authenticated or “anonymous”</a:t>
            </a:r>
          </a:p>
          <a:p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give “roles” </a:t>
            </a:r>
            <a:r>
              <a:rPr lang="en-US" altLang="en-US" dirty="0">
                <a:solidFill>
                  <a:schemeClr val="tx1"/>
                </a:solidFill>
              </a:rPr>
              <a:t>to users (role acts almost as a group of users)</a:t>
            </a:r>
          </a:p>
          <a:p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grant “rights” </a:t>
            </a:r>
            <a:r>
              <a:rPr lang="en-US" altLang="en-US" dirty="0">
                <a:solidFill>
                  <a:schemeClr val="tx1"/>
                </a:solidFill>
              </a:rPr>
              <a:t>to roles (thus, implicitly, to users)</a:t>
            </a:r>
          </a:p>
          <a:p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rights tell that some data or some feature are accessible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there must be </a:t>
            </a: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a “security administrator</a:t>
            </a:r>
            <a:r>
              <a:rPr lang="en-US" altLang="en-US" dirty="0">
                <a:solidFill>
                  <a:schemeClr val="tx1"/>
                </a:solidFill>
              </a:rPr>
              <a:t>” who </a:t>
            </a: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creates accounts and give roles </a:t>
            </a:r>
            <a:r>
              <a:rPr lang="en-US" altLang="en-US" dirty="0">
                <a:solidFill>
                  <a:schemeClr val="tx1"/>
                </a:solidFill>
              </a:rPr>
              <a:t>to them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the </a:t>
            </a: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roles</a:t>
            </a:r>
            <a:r>
              <a:rPr lang="en-US" altLang="en-US" dirty="0">
                <a:solidFill>
                  <a:schemeClr val="tx1"/>
                </a:solidFill>
              </a:rPr>
              <a:t> of a user </a:t>
            </a: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must be stored in the system </a:t>
            </a:r>
            <a:r>
              <a:rPr lang="en-US" altLang="en-US" dirty="0">
                <a:solidFill>
                  <a:schemeClr val="tx1"/>
                </a:solidFill>
              </a:rPr>
              <a:t>and must not be </a:t>
            </a: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modified by </a:t>
            </a:r>
            <a:r>
              <a:rPr lang="en-US" altLang="en-US" dirty="0">
                <a:solidFill>
                  <a:schemeClr val="tx1"/>
                </a:solidFill>
              </a:rPr>
              <a:t>anyone but the </a:t>
            </a: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“security administrator”</a:t>
            </a:r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5"/>
          </p:nvPr>
        </p:nvSpPr>
        <p:spPr>
          <a:xfrm>
            <a:off x="4546600" y="6480175"/>
            <a:ext cx="3059113" cy="215900"/>
          </a:xfrm>
        </p:spPr>
        <p:txBody>
          <a:bodyPr/>
          <a:lstStyle/>
          <a:p>
            <a:pPr>
              <a:defRPr/>
            </a:pPr>
            <a:endParaRPr lang="de-DE" dirty="0"/>
          </a:p>
          <a:p>
            <a:pPr>
              <a:defRPr/>
            </a:pPr>
            <a:r>
              <a:rPr lang="de-DE" dirty="0"/>
              <a:t>© ELCA VN 2017 v1.6</a:t>
            </a:r>
          </a:p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29889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Application based security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Use application mechanism (through an application table) to authenticate and authorize users.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create the application DB structure (usual task)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create an </a:t>
            </a: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USER table that contains account, password, role</a:t>
            </a:r>
          </a:p>
          <a:p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create one </a:t>
            </a:r>
            <a:r>
              <a:rPr lang="en-US" altLang="en-US" dirty="0">
                <a:solidFill>
                  <a:schemeClr val="tx1"/>
                </a:solidFill>
              </a:rPr>
              <a:t>special DB “</a:t>
            </a: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super user” that has all access to all tables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create new users by inserting into USER table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each user must login with its USER account/password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the application actually logs in as the “super user”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the application checks the user by selecting from USER table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the application manages all access rights by itself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	</a:t>
            </a:r>
            <a:fld id="{AE81D632-9CC4-4CDA-AE06-C7AFFDB26090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54141EE-5654-495E-8EFD-8948465C2482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5"/>
          </p:nvPr>
        </p:nvSpPr>
        <p:spPr>
          <a:xfrm>
            <a:off x="4546600" y="6480175"/>
            <a:ext cx="3059113" cy="215900"/>
          </a:xfrm>
        </p:spPr>
        <p:txBody>
          <a:bodyPr/>
          <a:lstStyle/>
          <a:p>
            <a:pPr>
              <a:defRPr/>
            </a:pPr>
            <a:endParaRPr lang="de-DE" dirty="0"/>
          </a:p>
          <a:p>
            <a:pPr>
              <a:defRPr/>
            </a:pPr>
            <a:r>
              <a:rPr lang="de-DE" dirty="0"/>
              <a:t>© ELCA VN 2017 v1.6</a:t>
            </a:r>
          </a:p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15078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APPLICATION based security (Cont.)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Example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a system must handle customer orders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2 kinds of users: sales users, packaging users</a:t>
            </a:r>
          </a:p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create table ORDER (…);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create table USER(ACCOUNT vc2(30), PWD vc2(20), ROLE number);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create user SU; grant all to SU;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insert into USER values(‘JPT’, &lt;pwd1&gt;, 1); -- 1 means PACKAGING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insert into USER values(‘JPO’, &lt;pwd2&gt;, 2); -- 2 means SALES</a:t>
            </a:r>
          </a:p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login: select ROLE into :role from USER where ACCOUNT=? and PWD = ?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create order: if (:role != 2) raise </a:t>
            </a:r>
            <a:r>
              <a:rPr lang="en-US" altLang="en-US" dirty="0" err="1">
                <a:solidFill>
                  <a:schemeClr val="tx1"/>
                </a:solidFill>
              </a:rPr>
              <a:t>AccessDeniedException</a:t>
            </a:r>
            <a:r>
              <a:rPr lang="en-US" altLang="en-US" dirty="0">
                <a:solidFill>
                  <a:schemeClr val="tx1"/>
                </a:solidFill>
              </a:rPr>
              <a:t>, else insert into ORDER values (…)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	</a:t>
            </a:r>
            <a:fld id="{AE81D632-9CC4-4CDA-AE06-C7AFFDB26090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54141EE-5654-495E-8EFD-8948465C2482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5"/>
          </p:nvPr>
        </p:nvSpPr>
        <p:spPr>
          <a:xfrm>
            <a:off x="4546600" y="6480175"/>
            <a:ext cx="3059113" cy="215900"/>
          </a:xfrm>
        </p:spPr>
        <p:txBody>
          <a:bodyPr/>
          <a:lstStyle/>
          <a:p>
            <a:pPr>
              <a:defRPr/>
            </a:pPr>
            <a:endParaRPr lang="de-DE" dirty="0"/>
          </a:p>
          <a:p>
            <a:pPr>
              <a:defRPr/>
            </a:pPr>
            <a:r>
              <a:rPr lang="de-DE" dirty="0"/>
              <a:t>© ELCA VN 2017 v1.6</a:t>
            </a:r>
          </a:p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83936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Application based security (Cont.)</a:t>
            </a:r>
            <a:endParaRPr lang="en-US" dirty="0"/>
          </a:p>
        </p:txBody>
      </p:sp>
      <p:sp>
        <p:nvSpPr>
          <p:cNvPr id="24580" name="Datumsplatzhalter 3"/>
          <p:cNvSpPr>
            <a:spLocks noGrp="1"/>
          </p:cNvSpPr>
          <p:nvPr>
            <p:ph type="dt" sz="half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en-US">
                <a:solidFill>
                  <a:srgbClr val="585858"/>
                </a:solidFill>
              </a:rPr>
              <a:t>| 	</a:t>
            </a:r>
            <a:fld id="{65A9BCBE-E689-46B6-9E47-0D80268ACC93}" type="datetime1">
              <a:rPr lang="en-US" altLang="en-US" smtClean="0">
                <a:solidFill>
                  <a:srgbClr val="585858"/>
                </a:solidFill>
              </a:rPr>
              <a:t>9/3/2026</a:t>
            </a:fld>
            <a:r>
              <a:rPr lang="de-DE" altLang="en-US">
                <a:solidFill>
                  <a:srgbClr val="585858"/>
                </a:solidFill>
              </a:rPr>
              <a:t>	 |</a:t>
            </a:r>
          </a:p>
        </p:txBody>
      </p:sp>
      <p:sp>
        <p:nvSpPr>
          <p:cNvPr id="24581" name="Foliennummernplatzhalter 4"/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A5AD49C-A52A-4ED3-9694-F97B395C1689}" type="slidenum">
              <a:rPr lang="de-DE" altLang="en-US">
                <a:solidFill>
                  <a:srgbClr val="585858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de-DE" altLang="en-US">
              <a:solidFill>
                <a:srgbClr val="585858"/>
              </a:solidFill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468313" y="1052513"/>
            <a:ext cx="8207375" cy="5256212"/>
          </a:xfrm>
          <a:prstGeom prst="rect">
            <a:avLst/>
          </a:prstGeom>
        </p:spPr>
        <p:txBody>
          <a:bodyPr/>
          <a:lstStyle>
            <a:lvl1pPr marL="323850" indent="-323850" algn="l" rtl="0" eaLnBrk="1" fontAlgn="base" hangingPunct="1">
              <a:spcBef>
                <a:spcPts val="900"/>
              </a:spcBef>
              <a:spcAft>
                <a:spcPct val="0"/>
              </a:spcAft>
              <a:buClr>
                <a:srgbClr val="D2492A"/>
              </a:buClr>
              <a:buFont typeface="Arial" pitchFamily="34" charset="0"/>
              <a:buChar char="■"/>
              <a:defRPr kern="1200">
                <a:solidFill>
                  <a:srgbClr val="585858"/>
                </a:solidFill>
                <a:latin typeface="+mn-lt"/>
                <a:ea typeface="+mn-ea"/>
                <a:cs typeface="Arial" pitchFamily="34" charset="0"/>
              </a:defRPr>
            </a:lvl1pPr>
            <a:lvl2pPr marL="719138" indent="-323850" algn="l" rtl="0" eaLnBrk="1" fontAlgn="base" hangingPunct="1">
              <a:spcBef>
                <a:spcPts val="900"/>
              </a:spcBef>
              <a:spcAft>
                <a:spcPct val="0"/>
              </a:spcAft>
              <a:buClr>
                <a:srgbClr val="D2492A"/>
              </a:buClr>
              <a:buFont typeface="Wingdings" pitchFamily="2" charset="2"/>
              <a:buChar char="§"/>
              <a:defRPr kern="1200">
                <a:solidFill>
                  <a:srgbClr val="585858"/>
                </a:solidFill>
                <a:latin typeface="+mn-lt"/>
                <a:ea typeface="+mn-ea"/>
                <a:cs typeface="Arial" pitchFamily="34" charset="0"/>
              </a:defRPr>
            </a:lvl2pPr>
            <a:lvl3pPr marL="1044575" indent="-342900" algn="l" rtl="0" eaLnBrk="1" fontAlgn="base" hangingPunct="1">
              <a:spcBef>
                <a:spcPts val="900"/>
              </a:spcBef>
              <a:spcAft>
                <a:spcPct val="0"/>
              </a:spcAft>
              <a:buClr>
                <a:srgbClr val="D2492A"/>
              </a:buClr>
              <a:buFont typeface="Symbol" pitchFamily="18" charset="2"/>
              <a:buChar char="-"/>
              <a:defRPr kern="1200">
                <a:solidFill>
                  <a:srgbClr val="585858"/>
                </a:solidFill>
                <a:latin typeface="+mn-lt"/>
                <a:ea typeface="+mn-ea"/>
                <a:cs typeface="Arial" pitchFamily="34" charset="0"/>
              </a:defRPr>
            </a:lvl3pPr>
            <a:lvl4pPr marL="1435100" indent="-323850" algn="l" defTabSz="895350" rtl="0" eaLnBrk="1" fontAlgn="base" hangingPunct="1">
              <a:spcBef>
                <a:spcPts val="900"/>
              </a:spcBef>
              <a:spcAft>
                <a:spcPct val="0"/>
              </a:spcAft>
              <a:buClr>
                <a:srgbClr val="D2492A"/>
              </a:buClr>
              <a:buFont typeface="Arial Unicode MS" pitchFamily="34" charset="-128"/>
              <a:buChar char="➔"/>
              <a:defRPr lang="de-DE" kern="1200">
                <a:solidFill>
                  <a:srgbClr val="585858"/>
                </a:solidFill>
                <a:latin typeface="+mn-lt"/>
                <a:ea typeface="+mn-ea"/>
                <a:cs typeface="Arial" pitchFamily="34" charset="0"/>
              </a:defRPr>
            </a:lvl4pPr>
            <a:lvl5pPr marL="1787525" indent="-323850" algn="l" rtl="0" eaLnBrk="1" fontAlgn="base" hangingPunct="1">
              <a:spcBef>
                <a:spcPts val="900"/>
              </a:spcBef>
              <a:spcAft>
                <a:spcPct val="0"/>
              </a:spcAft>
              <a:buClr>
                <a:srgbClr val="D2492A"/>
              </a:buClr>
              <a:buFont typeface="Arial" pitchFamily="34" charset="0"/>
              <a:buChar char="»"/>
              <a:defRPr kern="1200">
                <a:solidFill>
                  <a:srgbClr val="585858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200" dirty="0">
                <a:solidFill>
                  <a:schemeClr val="tx1"/>
                </a:solidFill>
              </a:rPr>
              <a:t>Design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Password of an application’s user has to be encrypted before being saved into DB. The encryption must be one way.</a:t>
            </a: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5"/>
          </p:nvPr>
        </p:nvSpPr>
        <p:spPr>
          <a:xfrm>
            <a:off x="4546600" y="6480175"/>
            <a:ext cx="3059113" cy="215900"/>
          </a:xfrm>
        </p:spPr>
        <p:txBody>
          <a:bodyPr/>
          <a:lstStyle/>
          <a:p>
            <a:pPr>
              <a:defRPr/>
            </a:pPr>
            <a:endParaRPr lang="de-DE" dirty="0"/>
          </a:p>
          <a:p>
            <a:pPr>
              <a:defRPr/>
            </a:pPr>
            <a:r>
              <a:rPr lang="de-DE" dirty="0"/>
              <a:t>© ELCA VN 2017 v1.6</a:t>
            </a:r>
          </a:p>
          <a:p>
            <a:pPr>
              <a:defRPr/>
            </a:pPr>
            <a:endParaRPr lang="de-DE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564904"/>
            <a:ext cx="7884115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9958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Limiting access to subset of data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Why?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Many applications must provide all users with access to all tables, but must limit the rows that one user can access</a:t>
            </a:r>
          </a:p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How?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Adding correct “where clauses” to all select statements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risk to forget it somewhere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Create “smart” views and deny all rights from normal tables</a:t>
            </a:r>
          </a:p>
          <a:p>
            <a:pPr marL="395288" lvl="1" indent="0">
              <a:buNone/>
            </a:pP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create view SALESVIEW as select * from SALES</a:t>
            </a:r>
            <a:b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</a:br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where SALESPERSON = :user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no risk of forgetting 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might need to create very complex views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requires to pass :user parameter for every queries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en-US" alt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629" name="Datumsplatzhalter 4"/>
          <p:cNvSpPr>
            <a:spLocks noGrp="1"/>
          </p:cNvSpPr>
          <p:nvPr>
            <p:ph type="dt" sz="half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466725" algn="ctr"/>
                <a:tab pos="935038" algn="r"/>
              </a:tabLs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de-DE" altLang="en-US">
                <a:solidFill>
                  <a:srgbClr val="585858"/>
                </a:solidFill>
              </a:rPr>
              <a:t>| 	</a:t>
            </a:r>
            <a:fld id="{1349FB4F-4A4D-40EB-899D-95D16212DB71}" type="datetime1">
              <a:rPr lang="en-US" altLang="en-US" smtClean="0">
                <a:solidFill>
                  <a:srgbClr val="585858"/>
                </a:solidFill>
              </a:rPr>
              <a:t>9/3/2026</a:t>
            </a:fld>
            <a:r>
              <a:rPr lang="de-DE" altLang="en-US">
                <a:solidFill>
                  <a:srgbClr val="585858"/>
                </a:solidFill>
              </a:rPr>
              <a:t>	 |</a:t>
            </a:r>
          </a:p>
        </p:txBody>
      </p:sp>
      <p:sp>
        <p:nvSpPr>
          <p:cNvPr id="26630" name="Foliennummernplatzhalter 5"/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748DE66-A124-4608-AAB4-C00DF3299E0C}" type="slidenum">
              <a:rPr lang="de-DE" altLang="en-US">
                <a:solidFill>
                  <a:srgbClr val="585858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de-DE" altLang="en-US">
              <a:solidFill>
                <a:srgbClr val="585858"/>
              </a:solidFill>
            </a:endParaRPr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5"/>
          </p:nvPr>
        </p:nvSpPr>
        <p:spPr>
          <a:xfrm>
            <a:off x="4546600" y="6480175"/>
            <a:ext cx="3059113" cy="215900"/>
          </a:xfrm>
        </p:spPr>
        <p:txBody>
          <a:bodyPr/>
          <a:lstStyle/>
          <a:p>
            <a:pPr>
              <a:defRPr/>
            </a:pPr>
            <a:endParaRPr lang="de-DE" dirty="0"/>
          </a:p>
          <a:p>
            <a:pPr>
              <a:defRPr/>
            </a:pPr>
            <a:r>
              <a:rPr lang="de-DE" dirty="0"/>
              <a:t>© ELCA VN 2017 v1.6</a:t>
            </a:r>
          </a:p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8526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Services access protection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Authorize or deny execution of a service method for a user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Application Servers include authorization capabilities, that are more or less complex to use in a system being implemented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Some frameworks (e.g. Spring/</a:t>
            </a:r>
            <a:r>
              <a:rPr lang="en-US" altLang="en-US" sz="2000" dirty="0" err="1">
                <a:solidFill>
                  <a:schemeClr val="tx1"/>
                </a:solidFill>
              </a:rPr>
              <a:t>NInject</a:t>
            </a:r>
            <a:r>
              <a:rPr lang="en-US" altLang="en-US" sz="2000" dirty="0">
                <a:solidFill>
                  <a:schemeClr val="tx1"/>
                </a:solidFill>
              </a:rPr>
              <a:t>) considerably simplify this to merely a matter of configuration (no need to code specific things)</a:t>
            </a:r>
          </a:p>
          <a:p>
            <a:pPr lvl="1"/>
            <a:endParaRPr lang="en-US" alt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	</a:t>
            </a:r>
            <a:fld id="{AE81D632-9CC4-4CDA-AE06-C7AFFDB26090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54141EE-5654-495E-8EFD-8948465C2482}" type="slidenum">
              <a:rPr lang="de-DE" smtClean="0"/>
              <a:pPr>
                <a:defRPr/>
              </a:pPr>
              <a:t>14</a:t>
            </a:fld>
            <a:endParaRPr lang="de-DE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5"/>
          </p:nvPr>
        </p:nvSpPr>
        <p:spPr>
          <a:xfrm>
            <a:off x="4546600" y="6480175"/>
            <a:ext cx="3059113" cy="215900"/>
          </a:xfrm>
        </p:spPr>
        <p:txBody>
          <a:bodyPr/>
          <a:lstStyle/>
          <a:p>
            <a:pPr>
              <a:defRPr/>
            </a:pPr>
            <a:endParaRPr lang="de-DE" dirty="0"/>
          </a:p>
          <a:p>
            <a:pPr>
              <a:defRPr/>
            </a:pPr>
            <a:r>
              <a:rPr lang="de-DE" dirty="0"/>
              <a:t>© ELCA VN 2017 v1.6</a:t>
            </a:r>
          </a:p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8433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GUI application access control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</a:rPr>
              <a:t>Client application manages access restriction through GUI widgets access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after login, application is aware of user’s role</a:t>
            </a:r>
          </a:p>
          <a:p>
            <a:r>
              <a:rPr lang="en-US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depending on user’s role (in addition to business rules), widgets are disabled or hidden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it becomes impossible for a user to call unauthorized actions (i.e. access unauthorized data) from this application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application acts user-friendly since it does not show access to prohibited methods: user can concentrate on his tasks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	</a:t>
            </a:r>
            <a:fld id="{AE81D632-9CC4-4CDA-AE06-C7AFFDB26090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54141EE-5654-495E-8EFD-8948465C2482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5"/>
          </p:nvPr>
        </p:nvSpPr>
        <p:spPr>
          <a:xfrm>
            <a:off x="4546600" y="6480175"/>
            <a:ext cx="3059113" cy="215900"/>
          </a:xfrm>
        </p:spPr>
        <p:txBody>
          <a:bodyPr/>
          <a:lstStyle/>
          <a:p>
            <a:pPr>
              <a:defRPr/>
            </a:pPr>
            <a:endParaRPr lang="de-DE" dirty="0"/>
          </a:p>
          <a:p>
            <a:pPr>
              <a:defRPr/>
            </a:pPr>
            <a:r>
              <a:rPr lang="de-DE" dirty="0"/>
              <a:t>© ELCA VN 2017 v1.6</a:t>
            </a:r>
          </a:p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55420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Exercises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57200" indent="-457200">
              <a:buFont typeface="Arial" charset="0"/>
              <a:buAutoNum type="arabicPeriod"/>
            </a:pPr>
            <a:r>
              <a:rPr lang="en-US" altLang="en-US" sz="2200" dirty="0">
                <a:solidFill>
                  <a:schemeClr val="tx1"/>
                </a:solidFill>
              </a:rPr>
              <a:t>Based on the data model in slide 11, write a function to load security information (</a:t>
            </a:r>
            <a:r>
              <a:rPr lang="en-US" altLang="en-US" sz="2200" dirty="0" err="1">
                <a:solidFill>
                  <a:schemeClr val="tx1"/>
                </a:solidFill>
              </a:rPr>
              <a:t>e.g</a:t>
            </a:r>
            <a:r>
              <a:rPr lang="en-US" altLang="en-US" sz="2200" dirty="0">
                <a:solidFill>
                  <a:schemeClr val="tx1"/>
                </a:solidFill>
              </a:rPr>
              <a:t> Roles, Rights) of the logged in user</a:t>
            </a:r>
          </a:p>
          <a:p>
            <a:pPr marL="457200" indent="-457200">
              <a:buFont typeface="Arial" charset="0"/>
              <a:buAutoNum type="arabicPeriod"/>
            </a:pPr>
            <a:r>
              <a:rPr lang="en-US" altLang="en-US" sz="2200" dirty="0">
                <a:solidFill>
                  <a:schemeClr val="tx1"/>
                </a:solidFill>
              </a:rPr>
              <a:t>To protect services exposed by “business tier” in the PIM tool, each method requires the logged in user to have a list of certain rights as described by the following matrix:</a:t>
            </a:r>
          </a:p>
          <a:p>
            <a:pPr marL="457200" indent="-457200">
              <a:buFont typeface="Arial" charset="0"/>
              <a:buAutoNum type="arabicPeriod"/>
            </a:pPr>
            <a:endParaRPr lang="en-US" altLang="en-US" dirty="0">
              <a:solidFill>
                <a:schemeClr val="tx1"/>
              </a:solidFill>
            </a:endParaRPr>
          </a:p>
          <a:p>
            <a:pPr marL="457200" indent="-457200">
              <a:buFont typeface="Arial" charset="0"/>
              <a:buAutoNum type="arabicPeriod"/>
            </a:pPr>
            <a:endParaRPr lang="en-US" altLang="en-US" dirty="0">
              <a:solidFill>
                <a:schemeClr val="tx1"/>
              </a:solidFill>
            </a:endParaRPr>
          </a:p>
          <a:p>
            <a:pPr marL="457200" indent="-457200">
              <a:buFont typeface="Arial" charset="0"/>
              <a:buAutoNum type="arabicPeriod"/>
            </a:pPr>
            <a:endParaRPr lang="en-US" altLang="en-US" dirty="0">
              <a:solidFill>
                <a:schemeClr val="tx1"/>
              </a:solidFill>
            </a:endParaRPr>
          </a:p>
          <a:p>
            <a:pPr marL="457200" indent="-457200">
              <a:buFont typeface="Arial" charset="0"/>
              <a:buAutoNum type="arabicPeriod"/>
            </a:pPr>
            <a:endParaRPr lang="en-US" alt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Design a data model to store such information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Write a function to protect a service using the data in question (1)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	</a:t>
            </a:r>
            <a:fld id="{AE81D632-9CC4-4CDA-AE06-C7AFFDB26090}" type="datetime1">
              <a:rPr lang="en-US" smtClean="0"/>
              <a:t>9/3/2026</a:t>
            </a:fld>
            <a:r>
              <a:rPr lang="de-DE"/>
              <a:t>	 |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54141EE-5654-495E-8EFD-8948465C2482}" type="slidenum">
              <a:rPr lang="de-DE" smtClean="0"/>
              <a:pPr>
                <a:defRPr/>
              </a:pPr>
              <a:t>16</a:t>
            </a:fld>
            <a:endParaRPr lang="de-DE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297208"/>
              </p:ext>
            </p:extLst>
          </p:nvPr>
        </p:nvGraphicFramePr>
        <p:xfrm>
          <a:off x="914400" y="2954388"/>
          <a:ext cx="7620000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US" sz="1600" dirty="0"/>
                        <a:t>Service name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Engineer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Project Leader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Group Leader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600" dirty="0" err="1"/>
                        <a:t>Search</a:t>
                      </a:r>
                      <a:r>
                        <a:rPr lang="en-US" sz="1600" baseline="0" dirty="0" err="1"/>
                        <a:t>Project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X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X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X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600" dirty="0" err="1"/>
                        <a:t>Create</a:t>
                      </a:r>
                      <a:r>
                        <a:rPr lang="en-US" sz="1600" baseline="0" dirty="0" err="1"/>
                        <a:t>Project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X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US" sz="1600" dirty="0" err="1"/>
                        <a:t>EditProject</a:t>
                      </a:r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X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X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Footer Placeholder 5"/>
          <p:cNvSpPr>
            <a:spLocks noGrp="1"/>
          </p:cNvSpPr>
          <p:nvPr>
            <p:ph type="ftr" sz="quarter" idx="15"/>
          </p:nvPr>
        </p:nvSpPr>
        <p:spPr>
          <a:xfrm>
            <a:off x="4546600" y="6480175"/>
            <a:ext cx="3059113" cy="215900"/>
          </a:xfrm>
        </p:spPr>
        <p:txBody>
          <a:bodyPr/>
          <a:lstStyle/>
          <a:p>
            <a:pPr>
              <a:defRPr/>
            </a:pPr>
            <a:endParaRPr lang="de-DE" dirty="0"/>
          </a:p>
          <a:p>
            <a:pPr>
              <a:defRPr/>
            </a:pPr>
            <a:r>
              <a:rPr lang="de-DE" dirty="0"/>
              <a:t>© ELCA VN 2017 v1.6</a:t>
            </a:r>
          </a:p>
          <a:p>
            <a:pPr>
              <a:defRPr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9773595"/>
      </p:ext>
    </p:extLst>
  </p:cSld>
  <p:clrMapOvr>
    <a:masterClrMapping/>
  </p:clrMapOvr>
</p:sld>
</file>

<file path=ppt/theme/theme1.xml><?xml version="1.0" encoding="utf-8"?>
<a:theme xmlns:a="http://schemas.openxmlformats.org/drawingml/2006/main" name="ELCA_Master_English">
  <a:themeElements>
    <a:clrScheme name="ELCA">
      <a:dk1>
        <a:sysClr val="windowText" lastClr="000000"/>
      </a:dk1>
      <a:lt1>
        <a:sysClr val="window" lastClr="FFFFFF"/>
      </a:lt1>
      <a:dk2>
        <a:srgbClr val="595959"/>
      </a:dk2>
      <a:lt2>
        <a:srgbClr val="EEECE1"/>
      </a:lt2>
      <a:accent1>
        <a:srgbClr val="739ABC"/>
      </a:accent1>
      <a:accent2>
        <a:srgbClr val="80379B"/>
      </a:accent2>
      <a:accent3>
        <a:srgbClr val="427730"/>
      </a:accent3>
      <a:accent4>
        <a:srgbClr val="EBB700"/>
      </a:accent4>
      <a:accent5>
        <a:srgbClr val="AA9C8F"/>
      </a:accent5>
      <a:accent6>
        <a:srgbClr val="D2492A"/>
      </a:accent6>
      <a:hlink>
        <a:srgbClr val="0000FF"/>
      </a:hlink>
      <a:folHlink>
        <a:srgbClr val="800080"/>
      </a:folHlink>
    </a:clrScheme>
    <a:fontScheme name="ELC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lIns="36000" tIns="36000" rIns="36000" bIns="36000" rtlCol="0" anchor="ctr" anchorCtr="0">
        <a:no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IntranetTrainingCourseDocumentMaterialTypeField xmlns="http://schemas.microsoft.com/sharepoint/v3/fields" xsi:nil="true"/>
    <PublishingStartDate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31DFAF2C9D3947857DF4FCDDBA7015" ma:contentTypeVersion="3" ma:contentTypeDescription="Create a new document." ma:contentTypeScope="" ma:versionID="1f5b639a25adbdfc3c03a69e5e9536da">
  <xsd:schema xmlns:xsd="http://www.w3.org/2001/XMLSchema" xmlns:p="http://schemas.microsoft.com/office/2006/metadata/properties" xmlns:ns1="http://schemas.microsoft.com/sharepoint/v3" xmlns:ns2="http://schemas.microsoft.com/sharepoint/v3/fields" targetNamespace="http://schemas.microsoft.com/office/2006/metadata/properties" ma:root="true" ma:fieldsID="f601063f84d356abb8e82faf587daa44" ns1:_="" ns2:_="">
    <xsd:import namespace="http://schemas.microsoft.com/sharepoint/v3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IntranetTrainingCourseDocumentMaterialTypeField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:xsd="http://www.w3.org/2001/XMLSchema" xmlns:dms="http://schemas.microsoft.com/office/2006/documentManagement/types" targetNamespace="http://schemas.microsoft.com/sharepoint/v3/fields" elementFormDefault="qualified">
    <xsd:import namespace="http://schemas.microsoft.com/office/2006/documentManagement/types"/>
    <xsd:element name="IntranetTrainingCourseDocumentMaterialTypeField" ma:index="10" nillable="true" ma:displayName="Material Type" ma:internalName="IntranetTrainingCourseDocumentMaterialTypeField">
      <xsd:simpleType>
        <xsd:restriction base="dms:Choice">
          <xsd:enumeration value="&#10;            Exercise"/>
          <xsd:enumeration value="&#10;            Master copy"/>
          <xsd:enumeration value="&#10;            PC practice"/>
          <xsd:enumeration value="&#10;            PC Solution"/>
          <xsd:enumeration value="&#10;            Slides"/>
          <xsd:enumeration value="&#10;            Solutions"/>
          <xsd:enumeration value="&#10;            Student copy"/>
          <xsd:enumeration value="&#10;            Other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0645AF7B-68B6-4FEE-BEDA-E8AD5F6F9AA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9F6D5F-83ED-43ED-AD55-508AEDD6442F}">
  <ds:schemaRefs>
    <ds:schemaRef ds:uri="http://schemas.microsoft.com/office/2006/metadata/properties"/>
    <ds:schemaRef ds:uri="http://schemas.microsoft.com/sharepoint/v3"/>
    <ds:schemaRef ds:uri="http://schemas.microsoft.com/sharepoint/v3/fields"/>
  </ds:schemaRefs>
</ds:datastoreItem>
</file>

<file path=customXml/itemProps3.xml><?xml version="1.0" encoding="utf-8"?>
<ds:datastoreItem xmlns:ds="http://schemas.openxmlformats.org/officeDocument/2006/customXml" ds:itemID="{00375BB8-C40D-44E9-A245-FC5B675475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sharepoint/v3/fields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ELCA_Master_English</Template>
  <TotalTime>772</TotalTime>
  <Words>1371</Words>
  <Application>Microsoft Office PowerPoint</Application>
  <PresentationFormat>On-screen Show (4:3)</PresentationFormat>
  <Paragraphs>218</Paragraphs>
  <Slides>16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ELCA_Master_English</vt:lpstr>
      <vt:lpstr>Basic Know-how - Concepts</vt:lpstr>
      <vt:lpstr>Objectives</vt:lpstr>
      <vt:lpstr>Contents</vt:lpstr>
      <vt:lpstr>Security Aspects</vt:lpstr>
      <vt:lpstr>Confidentiality</vt:lpstr>
      <vt:lpstr>Confidentiality (Cont.)</vt:lpstr>
      <vt:lpstr>Authentication</vt:lpstr>
      <vt:lpstr>Authentication (Cont.)</vt:lpstr>
      <vt:lpstr>Authorization</vt:lpstr>
      <vt:lpstr>Application based security</vt:lpstr>
      <vt:lpstr>APPLICATION based security (Cont.)</vt:lpstr>
      <vt:lpstr>Application based security (Cont.)</vt:lpstr>
      <vt:lpstr>Limiting access to subset of data</vt:lpstr>
      <vt:lpstr>Services access protection</vt:lpstr>
      <vt:lpstr>GUI application access control</vt:lpstr>
      <vt:lpstr>Exercises</vt:lpstr>
    </vt:vector>
  </TitlesOfParts>
  <Company>Elca Informatique 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ELCA PowerPoint Presentation</dc:title>
  <dc:creator>Kevin Villareal, Mr</dc:creator>
  <dc:description>This document provides template for PowerPoint Presentation</dc:description>
  <cp:lastModifiedBy>Minh LAC TUAN</cp:lastModifiedBy>
  <cp:revision>52</cp:revision>
  <dcterms:created xsi:type="dcterms:W3CDTF">2013-11-13T07:34:29Z</dcterms:created>
  <dcterms:modified xsi:type="dcterms:W3CDTF">2026-09-04T02:26:32Z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0x0101003731DFAF2C9D3947857DF4FCDDBA7015</vt:lpwstr>
  </property>
  <property fmtid="{D5CDD505-2E9C-101B-9397-08002B2CF9AE}" pid="3" name="ElcaInetQHBCategory">
    <vt:lpwstr>173;#Document management|31603c3f-1e68-446f-ae09-81edc4c54e02</vt:lpwstr>
  </property>
  <property fmtid="{D5CDD505-2E9C-101B-9397-08002B2CF9AE}" pid="4" name="d873463d5b834e71834d57dd3840edd0">
    <vt:lpwstr>Document management31603c3f-1e68-446f-ae09-81edc4c54e02</vt:lpwstr>
  </property>
  <property fmtid="{D5CDD505-2E9C-101B-9397-08002B2CF9AE}" pid="5" name="ElcaInetQHBArchivedBy">
    <vt:lpwstr/>
  </property>
  <property fmtid="{D5CDD505-2E9C-101B-9397-08002B2CF9AE}" pid="6" name="ElcaInetQHBDocID">
    <vt:lpwstr>S95</vt:lpwstr>
  </property>
  <property fmtid="{D5CDD505-2E9C-101B-9397-08002B2CF9AE}" pid="7" name="ElcaInetQHBDocVersion">
    <vt:lpwstr>2.4</vt:lpwstr>
  </property>
  <property fmtid="{D5CDD505-2E9C-101B-9397-08002B2CF9AE}" pid="8" name="TaxCatchAll">
    <vt:lpwstr>173</vt:lpwstr>
  </property>
  <property fmtid="{D5CDD505-2E9C-101B-9397-08002B2CF9AE}" pid="9" name="ElcaInetQHBArchived">
    <vt:lpwstr>false</vt:lpwstr>
  </property>
</Properties>
</file>